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324" r:id="rId5"/>
    <p:sldId id="325" r:id="rId6"/>
    <p:sldId id="326" r:id="rId7"/>
    <p:sldId id="327" r:id="rId8"/>
    <p:sldId id="329" r:id="rId9"/>
    <p:sldId id="328" r:id="rId10"/>
  </p:sldIdLst>
  <p:sldSz cx="16200438" cy="6858000"/>
  <p:notesSz cx="6807200" cy="9939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221" userDrawn="1">
          <p15:clr>
            <a:srgbClr val="A4A3A4"/>
          </p15:clr>
        </p15:guide>
        <p15:guide id="3" pos="1689" userDrawn="1">
          <p15:clr>
            <a:srgbClr val="A4A3A4"/>
          </p15:clr>
        </p15:guide>
        <p15:guide id="4" orient="horz" pos="4247" userDrawn="1">
          <p15:clr>
            <a:srgbClr val="A4A3A4"/>
          </p15:clr>
        </p15:guide>
        <p15:guide id="5" orient="horz" pos="482" userDrawn="1">
          <p15:clr>
            <a:srgbClr val="A4A3A4"/>
          </p15:clr>
        </p15:guide>
        <p15:guide id="6" orient="horz" pos="1280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2" roundtripDataSignature="AMtx7mjjLadHqMIiphYAwzpEX8auZJ6O0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1F250B-7AF7-6F6A-1832-5AC97AD76E8F}" name="5I28 藤本 瑛太【鈴鹿】" initials="藤5" userId="S::r03i30@ed.cc.suzuka-ct.ac.jp::543708ce-56f0-4656-a691-13e7f3e8f464" providerId="AD"/>
  <p188:author id="{51A3FA2A-1C11-D25D-F93A-B66DC7C2E320}" name="辛川　友斗【佐世保学生】" initials="辛川" userId="S::s2109@sasebo.kosen-ac.jp::56308e68-2c97-4787-b09b-96cc3e474057" providerId="AD"/>
  <p188:author id="{A3368384-447B-3926-2C36-338A06195733}" name="5I24 野下 航輝【鈴鹿】" initials="5航" userId="S::r03i26@ed.cc.suzuka-ct.ac.jp::e3d47e70-bf56-4767-89ad-362d8c7c0f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CCFFFF"/>
    <a:srgbClr val="A70000"/>
    <a:srgbClr val="54C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A5D6A-64C8-485E-B96C-17B9CEE3DE35}" v="7" dt="2025-05-07T15:22:51.910"/>
  </p1510:revLst>
</p1510:revInfo>
</file>

<file path=ppt/tableStyles.xml><?xml version="1.0" encoding="utf-8"?>
<a:tblStyleLst xmlns:a="http://schemas.openxmlformats.org/drawingml/2006/main" def="{5FA7AA36-D1FC-4EAE-9539-4A473F75BAE8}">
  <a:tblStyle styleId="{5FA7AA36-D1FC-4EAE-9539-4A473F75BA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94830"/>
  </p:normalViewPr>
  <p:slideViewPr>
    <p:cSldViewPr snapToGrid="0">
      <p:cViewPr>
        <p:scale>
          <a:sx n="51" d="100"/>
          <a:sy n="51" d="100"/>
        </p:scale>
        <p:origin x="2056" y="1704"/>
      </p:cViewPr>
      <p:guideLst>
        <p:guide orient="horz" pos="414"/>
        <p:guide pos="221"/>
        <p:guide pos="1689"/>
        <p:guide orient="horz" pos="4247"/>
        <p:guide orient="horz" pos="482"/>
        <p:guide orient="horz" pos="1280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42" Type="http://customschemas.google.com/relationships/presentationmetadata" Target="metadata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3" Type="http://schemas.openxmlformats.org/officeDocument/2006/relationships/presProps" Target="presProps.xml"/><Relationship Id="rId48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25" tIns="46100" rIns="92225" bIns="461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9" y="0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25" tIns="46100" rIns="92225" bIns="461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000125" y="744538"/>
            <a:ext cx="8807450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1" y="4721188"/>
            <a:ext cx="544576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25" tIns="46100" rIns="92225" bIns="461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40646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25" tIns="46100" rIns="92225" bIns="461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9" y="9440646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25" tIns="46100" rIns="92225" bIns="461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ユーザー設定レイアウト">
  <p:cSld name="1_ユーザー設定レイアウト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ldNum" idx="12"/>
          </p:nvPr>
        </p:nvSpPr>
        <p:spPr>
          <a:xfrm>
            <a:off x="12515086" y="6584023"/>
            <a:ext cx="3780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en-US"/>
          </a:p>
        </p:txBody>
      </p:sp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389839" y="83095"/>
            <a:ext cx="12604109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43653"/>
              </a:buClr>
              <a:buSzPts val="1723"/>
              <a:buFont typeface="Arial"/>
              <a:buNone/>
              <a:defRPr sz="1723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29;p16">
            <a:extLst>
              <a:ext uri="{FF2B5EF4-FFF2-40B4-BE49-F238E27FC236}">
                <a16:creationId xmlns:a16="http://schemas.microsoft.com/office/drawing/2014/main" id="{A820C031-145A-2B9A-E5E8-47663A922F2C}"/>
              </a:ext>
            </a:extLst>
          </p:cNvPr>
          <p:cNvSpPr txBox="1"/>
          <p:nvPr userDrawn="1"/>
        </p:nvSpPr>
        <p:spPr>
          <a:xfrm>
            <a:off x="4088043" y="6543658"/>
            <a:ext cx="8042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5" tIns="56250" rIns="112525" bIns="56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様式</a:t>
            </a:r>
            <a:r>
              <a:rPr lang="en-US" altLang="ja-JP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： </a:t>
            </a:r>
            <a:r>
              <a:rPr lang="en-US" altLang="ja-JP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WiCON2025</a:t>
            </a: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提案内容説明書　ワイヤレス利活用部門</a:t>
            </a:r>
            <a:endParaRPr sz="1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03" userDrawn="1">
          <p15:clr>
            <a:srgbClr val="FBAE40"/>
          </p15:clr>
        </p15:guide>
        <p15:guide id="3" orient="horz" pos="164" userDrawn="1">
          <p15:clr>
            <a:srgbClr val="FBAE40"/>
          </p15:clr>
        </p15:guide>
        <p15:guide id="4" pos="10107" userDrawn="1">
          <p15:clr>
            <a:srgbClr val="FBAE40"/>
          </p15:clr>
        </p15:guide>
        <p15:guide id="5" orient="horz" pos="315" userDrawn="1">
          <p15:clr>
            <a:srgbClr val="FBAE40"/>
          </p15:clr>
        </p15:guide>
        <p15:guide id="6" orient="horz" pos="4171" userDrawn="1">
          <p15:clr>
            <a:srgbClr val="FBAE40"/>
          </p15:clr>
        </p15:guide>
        <p15:guide id="7" pos="2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5"/>
          <p:cNvGrpSpPr/>
          <p:nvPr/>
        </p:nvGrpSpPr>
        <p:grpSpPr>
          <a:xfrm>
            <a:off x="1" y="398065"/>
            <a:ext cx="16200438" cy="182734"/>
            <a:chOff x="0" y="389273"/>
            <a:chExt cx="9906000" cy="182734"/>
          </a:xfrm>
        </p:grpSpPr>
        <p:cxnSp>
          <p:nvCxnSpPr>
            <p:cNvPr id="17" name="Google Shape;17;p15"/>
            <p:cNvCxnSpPr/>
            <p:nvPr/>
          </p:nvCxnSpPr>
          <p:spPr>
            <a:xfrm>
              <a:off x="0" y="480640"/>
              <a:ext cx="9302238" cy="0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15"/>
            <p:cNvCxnSpPr/>
            <p:nvPr/>
          </p:nvCxnSpPr>
          <p:spPr>
            <a:xfrm rot="10800000" flipH="1">
              <a:off x="9301532" y="389273"/>
              <a:ext cx="16001" cy="91367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5"/>
            <p:cNvCxnSpPr/>
            <p:nvPr/>
          </p:nvCxnSpPr>
          <p:spPr>
            <a:xfrm rot="10800000">
              <a:off x="9317989" y="389273"/>
              <a:ext cx="32003" cy="182734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5"/>
            <p:cNvCxnSpPr/>
            <p:nvPr/>
          </p:nvCxnSpPr>
          <p:spPr>
            <a:xfrm rot="10800000" flipH="1">
              <a:off x="9350570" y="389273"/>
              <a:ext cx="32003" cy="182734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5"/>
            <p:cNvCxnSpPr/>
            <p:nvPr/>
          </p:nvCxnSpPr>
          <p:spPr>
            <a:xfrm rot="10800000">
              <a:off x="9382572" y="389273"/>
              <a:ext cx="27221" cy="155433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5"/>
            <p:cNvCxnSpPr/>
            <p:nvPr/>
          </p:nvCxnSpPr>
          <p:spPr>
            <a:xfrm rot="10800000" flipH="1">
              <a:off x="9409794" y="481249"/>
              <a:ext cx="11113" cy="63457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5"/>
            <p:cNvCxnSpPr/>
            <p:nvPr/>
          </p:nvCxnSpPr>
          <p:spPr>
            <a:xfrm>
              <a:off x="9420907" y="480640"/>
              <a:ext cx="485093" cy="0"/>
            </a:xfrm>
            <a:prstGeom prst="straightConnector1">
              <a:avLst/>
            </a:prstGeom>
            <a:noFill/>
            <a:ln w="19050" cap="flat" cmpd="sng">
              <a:solidFill>
                <a:srgbClr val="F5913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12437827" y="6534141"/>
            <a:ext cx="3780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6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1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327126" y="274639"/>
            <a:ext cx="15486577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4"/>
              <a:buFont typeface="Arial"/>
              <a:buNone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327124" y="800709"/>
            <a:ext cx="15486577" cy="68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108000" rIns="216000" bIns="108000" anchor="t" anchorCtr="0">
            <a:spAutoFit/>
          </a:bodyPr>
          <a:lstStyle>
            <a:lvl1pPr marL="457200" marR="0" lvl="0" indent="-384937" algn="l" rtl="0">
              <a:spcBef>
                <a:spcPts val="738"/>
              </a:spcBef>
              <a:spcAft>
                <a:spcPts val="0"/>
              </a:spcAft>
              <a:buClr>
                <a:srgbClr val="002060"/>
              </a:buClr>
              <a:buSzPts val="2462"/>
              <a:buFont typeface="Noto Sans Symbols"/>
              <a:buChar char="●"/>
              <a:defRPr sz="2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8010" algn="l" rtl="0">
              <a:spcBef>
                <a:spcPts val="738"/>
              </a:spcBef>
              <a:spcAft>
                <a:spcPts val="0"/>
              </a:spcAft>
              <a:buClr>
                <a:schemeClr val="dk1"/>
              </a:buClr>
              <a:buSzPts val="1723"/>
              <a:buFont typeface="Arial"/>
              <a:buChar char="–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0642" algn="l" rtl="0">
              <a:spcBef>
                <a:spcPts val="738"/>
              </a:spcBef>
              <a:spcAft>
                <a:spcPts val="0"/>
              </a:spcAft>
              <a:buClr>
                <a:schemeClr val="dk1"/>
              </a:buClr>
              <a:buSzPts val="1292"/>
              <a:buFont typeface="Arial"/>
              <a:buChar char="•"/>
              <a:defRPr sz="12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4936" algn="l" rtl="0">
              <a:spcBef>
                <a:spcPts val="738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–"/>
              <a:defRPr sz="2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4936" algn="l" rtl="0"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»"/>
              <a:defRPr sz="2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4936" algn="l" rtl="0"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•"/>
              <a:defRPr sz="2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4936" algn="l" rtl="0"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•"/>
              <a:defRPr sz="2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4936" algn="l" rtl="0"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•"/>
              <a:defRPr sz="2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4936" algn="l" rtl="0"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2462"/>
              <a:buFont typeface="Arial"/>
              <a:buChar char="•"/>
              <a:defRPr sz="2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B2DD82-67F6-D8EE-8273-96BEADFC693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979859" y="97663"/>
            <a:ext cx="2084700" cy="392761"/>
          </a:xfrm>
          <a:prstGeom prst="rect">
            <a:avLst/>
          </a:prstGeom>
        </p:spPr>
      </p:pic>
      <p:sp>
        <p:nvSpPr>
          <p:cNvPr id="6" name="Google Shape;29;p16">
            <a:extLst>
              <a:ext uri="{FF2B5EF4-FFF2-40B4-BE49-F238E27FC236}">
                <a16:creationId xmlns:a16="http://schemas.microsoft.com/office/drawing/2014/main" id="{7F410D85-C74D-16A3-3122-E5EC291FBAD0}"/>
              </a:ext>
            </a:extLst>
          </p:cNvPr>
          <p:cNvSpPr txBox="1"/>
          <p:nvPr userDrawn="1"/>
        </p:nvSpPr>
        <p:spPr>
          <a:xfrm>
            <a:off x="4088043" y="6543658"/>
            <a:ext cx="8042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5" tIns="56250" rIns="112525" bIns="56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様式</a:t>
            </a:r>
            <a:r>
              <a:rPr lang="en-US" altLang="ja-JP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： </a:t>
            </a:r>
            <a:r>
              <a:rPr lang="en-US" altLang="ja-JP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WiCON2025</a:t>
            </a:r>
            <a:r>
              <a:rPr lang="ja-JP" altLang="en-US" sz="985" b="0" i="0" u="none" strike="noStrike" cap="none">
                <a:solidFill>
                  <a:srgbClr val="243653"/>
                </a:solidFill>
                <a:latin typeface="Arial"/>
                <a:ea typeface="Arial"/>
                <a:cs typeface="Arial"/>
                <a:sym typeface="Arial"/>
              </a:rPr>
              <a:t>提案内容説明書　ワイヤレス利活用部門</a:t>
            </a:r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Hiragino Sans W7" panose="020B0400000000000000" pitchFamily="34" charset="-128"/>
          <a:ea typeface="Hiragino Sans W7" panose="020B04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iragino Sans W4" panose="020B0400000000000000" pitchFamily="34" charset="-128"/>
          <a:ea typeface="Hiragino Sans W4" panose="020B04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EC9DD75-3131-1E4A-6E5F-9318A691BD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ja-JP" smtClean="0"/>
              <a:pPr/>
              <a:t>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C67009A-7C2C-6CB9-A6D2-792224717C43}"/>
              </a:ext>
            </a:extLst>
          </p:cNvPr>
          <p:cNvGrpSpPr/>
          <p:nvPr/>
        </p:nvGrpSpPr>
        <p:grpSpPr>
          <a:xfrm>
            <a:off x="8774102" y="3555817"/>
            <a:ext cx="4948301" cy="2106211"/>
            <a:chOff x="6549876" y="3172237"/>
            <a:chExt cx="4016536" cy="2478234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8376FDE9-5BFC-CE64-3509-1A09A7EB9FE3}"/>
                </a:ext>
              </a:extLst>
            </p:cNvPr>
            <p:cNvSpPr/>
            <p:nvPr/>
          </p:nvSpPr>
          <p:spPr>
            <a:xfrm>
              <a:off x="6549876" y="3172237"/>
              <a:ext cx="4016536" cy="233653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solidFill>
                  <a:sysClr val="windowText" lastClr="000000"/>
                </a:solidFill>
                <a:highlight>
                  <a:srgbClr val="00FFFF"/>
                </a:highlight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73C5D12-6A0F-F85F-1E20-4A08CD16DB89}"/>
                </a:ext>
              </a:extLst>
            </p:cNvPr>
            <p:cNvSpPr/>
            <p:nvPr/>
          </p:nvSpPr>
          <p:spPr>
            <a:xfrm>
              <a:off x="7181689" y="3876459"/>
              <a:ext cx="2862080" cy="9033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>
                  <a:solidFill>
                    <a:schemeClr val="tx1"/>
                  </a:solidFill>
                </a:rPr>
                <a:t>スラスタ制御用</a:t>
              </a:r>
              <a:r>
                <a:rPr kumimoji="1" lang="en-US" altLang="ja-JP" sz="2400" b="1" dirty="0">
                  <a:solidFill>
                    <a:schemeClr val="tx1"/>
                  </a:solidFill>
                </a:rPr>
                <a:t>Arduino</a:t>
              </a:r>
            </a:p>
            <a:p>
              <a:pPr algn="ctr"/>
              <a:r>
                <a:rPr kumimoji="1" lang="ja-JP" altLang="en-US" sz="2400" b="1">
                  <a:solidFill>
                    <a:schemeClr val="tx1"/>
                  </a:solidFill>
                </a:rPr>
                <a:t>＆</a:t>
              </a:r>
              <a:r>
                <a:rPr kumimoji="1" lang="en-US" altLang="ja-JP" sz="2400" b="1" dirty="0">
                  <a:solidFill>
                    <a:schemeClr val="tx1"/>
                  </a:solidFill>
                </a:rPr>
                <a:t> </a:t>
              </a:r>
              <a:r>
                <a:rPr kumimoji="1" lang="ja-JP" altLang="en-US" sz="2400" b="1">
                  <a:solidFill>
                    <a:schemeClr val="tx1"/>
                  </a:solidFill>
                </a:rPr>
                <a:t>ドライバ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5F008A57-A692-7570-DD43-F744FC2A52D2}"/>
                </a:ext>
              </a:extLst>
            </p:cNvPr>
            <p:cNvSpPr txBox="1"/>
            <p:nvPr/>
          </p:nvSpPr>
          <p:spPr>
            <a:xfrm>
              <a:off x="7075357" y="4976734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78BF6BF3-E65C-7AD3-8C2D-3AA91BEDC46B}"/>
                </a:ext>
              </a:extLst>
            </p:cNvPr>
            <p:cNvSpPr/>
            <p:nvPr/>
          </p:nvSpPr>
          <p:spPr>
            <a:xfrm>
              <a:off x="7623729" y="5080844"/>
              <a:ext cx="1887385" cy="56962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/>
                <a:t>電磁センサ</a:t>
              </a:r>
            </a:p>
          </p:txBody>
        </p:sp>
      </p:grp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A9F8AE05-20C2-62BD-2375-1C425CB79433}"/>
              </a:ext>
            </a:extLst>
          </p:cNvPr>
          <p:cNvSpPr/>
          <p:nvPr/>
        </p:nvSpPr>
        <p:spPr>
          <a:xfrm>
            <a:off x="7286348" y="1077605"/>
            <a:ext cx="7748786" cy="21122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357D770-3DB6-14D7-E8E3-3FF0DCE204FB}"/>
              </a:ext>
            </a:extLst>
          </p:cNvPr>
          <p:cNvSpPr/>
          <p:nvPr/>
        </p:nvSpPr>
        <p:spPr>
          <a:xfrm>
            <a:off x="7401081" y="1556057"/>
            <a:ext cx="2583781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solidFill>
                  <a:schemeClr val="tx1"/>
                </a:solidFill>
              </a:rPr>
              <a:t>4G</a:t>
            </a:r>
            <a:r>
              <a:rPr kumimoji="1" lang="ja-JP" altLang="en-US" sz="2400" b="1">
                <a:solidFill>
                  <a:schemeClr val="tx1"/>
                </a:solidFill>
              </a:rPr>
              <a:t>通信用</a:t>
            </a:r>
            <a:endParaRPr kumimoji="1" lang="en-US" altLang="ja-JP" sz="2400" b="1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b="1">
                <a:solidFill>
                  <a:schemeClr val="tx1"/>
                </a:solidFill>
              </a:rPr>
              <a:t>モバイルルーター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90F466E-62A6-8443-D683-DA2CC4013CF5}"/>
              </a:ext>
            </a:extLst>
          </p:cNvPr>
          <p:cNvSpPr/>
          <p:nvPr/>
        </p:nvSpPr>
        <p:spPr>
          <a:xfrm>
            <a:off x="10433520" y="1572145"/>
            <a:ext cx="1990442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 err="1">
                <a:solidFill>
                  <a:schemeClr val="tx1"/>
                </a:solidFill>
              </a:rPr>
              <a:t>RaspberryPi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 5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4C81F97-F752-3A43-9386-A9A6FDBAB956}"/>
              </a:ext>
            </a:extLst>
          </p:cNvPr>
          <p:cNvSpPr txBox="1"/>
          <p:nvPr/>
        </p:nvSpPr>
        <p:spPr>
          <a:xfrm>
            <a:off x="7421157" y="1111600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耐水ペリカンケース</a:t>
            </a:r>
          </a:p>
        </p:txBody>
      </p:sp>
      <p:pic>
        <p:nvPicPr>
          <p:cNvPr id="18" name="グラフィックス 17" descr="世界 単色塗りつぶし">
            <a:extLst>
              <a:ext uri="{FF2B5EF4-FFF2-40B4-BE49-F238E27FC236}">
                <a16:creationId xmlns:a16="http://schemas.microsoft.com/office/drawing/2014/main" id="{711F26A8-EDD5-C69F-8B07-443DEE4C7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0485" y="1344106"/>
            <a:ext cx="1788865" cy="1788865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6B71BD9-BE8D-30BB-F216-5793A5B2206C}"/>
              </a:ext>
            </a:extLst>
          </p:cNvPr>
          <p:cNvSpPr/>
          <p:nvPr/>
        </p:nvSpPr>
        <p:spPr>
          <a:xfrm>
            <a:off x="2063721" y="4072086"/>
            <a:ext cx="1745299" cy="1218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RaspberryPi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5</a:t>
            </a:r>
            <a:endParaRPr kumimoji="1" lang="ja-JP" altLang="en-US" sz="2400" b="1">
              <a:solidFill>
                <a:schemeClr val="tx1"/>
              </a:solidFill>
            </a:endParaRPr>
          </a:p>
        </p:txBody>
      </p:sp>
      <p:pic>
        <p:nvPicPr>
          <p:cNvPr id="22" name="グラフィックス 21" descr="ゲーム コントローラー 枠線">
            <a:extLst>
              <a:ext uri="{FF2B5EF4-FFF2-40B4-BE49-F238E27FC236}">
                <a16:creationId xmlns:a16="http://schemas.microsoft.com/office/drawing/2014/main" id="{B0FE193A-5FAA-85F5-BCDA-36AEE72C3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882" y="4237339"/>
            <a:ext cx="1182631" cy="1182631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2560540-E389-BCFE-67F5-32D3CF115D2F}"/>
              </a:ext>
            </a:extLst>
          </p:cNvPr>
          <p:cNvSpPr txBox="1"/>
          <p:nvPr/>
        </p:nvSpPr>
        <p:spPr>
          <a:xfrm>
            <a:off x="412153" y="5290518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操作用コントローラ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0AB4962-DCA1-B917-73F0-99E7F64C9ACB}"/>
              </a:ext>
            </a:extLst>
          </p:cNvPr>
          <p:cNvSpPr txBox="1"/>
          <p:nvPr/>
        </p:nvSpPr>
        <p:spPr>
          <a:xfrm>
            <a:off x="4210522" y="1096301"/>
            <a:ext cx="2439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/>
              <a:t>インターネット</a:t>
            </a:r>
          </a:p>
        </p:txBody>
      </p:sp>
      <p:pic>
        <p:nvPicPr>
          <p:cNvPr id="26" name="グラフィックス 25" descr="データベース 枠線">
            <a:extLst>
              <a:ext uri="{FF2B5EF4-FFF2-40B4-BE49-F238E27FC236}">
                <a16:creationId xmlns:a16="http://schemas.microsoft.com/office/drawing/2014/main" id="{3A889BDB-A49D-A625-575B-0A8A0044B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0853" y="1324363"/>
            <a:ext cx="1145513" cy="1145513"/>
          </a:xfrm>
          <a:prstGeom prst="rect">
            <a:avLst/>
          </a:prstGeom>
        </p:spPr>
      </p:pic>
      <p:pic>
        <p:nvPicPr>
          <p:cNvPr id="28" name="グラフィックス 27" descr="雲 枠線">
            <a:extLst>
              <a:ext uri="{FF2B5EF4-FFF2-40B4-BE49-F238E27FC236}">
                <a16:creationId xmlns:a16="http://schemas.microsoft.com/office/drawing/2014/main" id="{34D35EF5-8D00-086F-A997-45E972CDBD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697" y="367445"/>
            <a:ext cx="3672289" cy="3374741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36A3B14-5112-FA7B-DA5A-17658070C567}"/>
              </a:ext>
            </a:extLst>
          </p:cNvPr>
          <p:cNvSpPr txBox="1"/>
          <p:nvPr/>
        </p:nvSpPr>
        <p:spPr>
          <a:xfrm>
            <a:off x="1476061" y="740028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クラウド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616FCB2-CB28-4072-C3BB-5B98DF08345C}"/>
              </a:ext>
            </a:extLst>
          </p:cNvPr>
          <p:cNvCxnSpPr>
            <a:cxnSpLocks/>
          </p:cNvCxnSpPr>
          <p:nvPr/>
        </p:nvCxnSpPr>
        <p:spPr>
          <a:xfrm>
            <a:off x="5344915" y="3132969"/>
            <a:ext cx="0" cy="84569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7D43647-E351-CA58-4C9B-718AC8B838B3}"/>
              </a:ext>
            </a:extLst>
          </p:cNvPr>
          <p:cNvCxnSpPr>
            <a:cxnSpLocks/>
          </p:cNvCxnSpPr>
          <p:nvPr/>
        </p:nvCxnSpPr>
        <p:spPr>
          <a:xfrm flipH="1">
            <a:off x="4035490" y="2417669"/>
            <a:ext cx="53651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2BDF58F-F7A7-E4E1-4C64-10819CBE57D4}"/>
              </a:ext>
            </a:extLst>
          </p:cNvPr>
          <p:cNvSpPr/>
          <p:nvPr/>
        </p:nvSpPr>
        <p:spPr>
          <a:xfrm>
            <a:off x="3944228" y="4075616"/>
            <a:ext cx="2878711" cy="1218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solidFill>
                  <a:schemeClr val="tx1"/>
                </a:solidFill>
              </a:rPr>
              <a:t>4G</a:t>
            </a:r>
            <a:r>
              <a:rPr kumimoji="1" lang="ja-JP" altLang="en-US" sz="2400" b="1">
                <a:solidFill>
                  <a:schemeClr val="tx1"/>
                </a:solidFill>
              </a:rPr>
              <a:t>通信用モバイルルーター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59A9EB0-1818-B8F9-F228-62CE6578E10F}"/>
              </a:ext>
            </a:extLst>
          </p:cNvPr>
          <p:cNvCxnSpPr>
            <a:cxnSpLocks/>
          </p:cNvCxnSpPr>
          <p:nvPr/>
        </p:nvCxnSpPr>
        <p:spPr>
          <a:xfrm flipH="1" flipV="1">
            <a:off x="6079237" y="2403429"/>
            <a:ext cx="1082831" cy="1424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B5DFD6C-156F-BF0D-3629-161D34F4203C}"/>
              </a:ext>
            </a:extLst>
          </p:cNvPr>
          <p:cNvCxnSpPr>
            <a:cxnSpLocks/>
          </p:cNvCxnSpPr>
          <p:nvPr/>
        </p:nvCxnSpPr>
        <p:spPr>
          <a:xfrm flipV="1">
            <a:off x="11227691" y="2986315"/>
            <a:ext cx="0" cy="94055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C3DDCCA-44BA-98CB-8124-ADDF8721AA80}"/>
              </a:ext>
            </a:extLst>
          </p:cNvPr>
          <p:cNvSpPr txBox="1"/>
          <p:nvPr/>
        </p:nvSpPr>
        <p:spPr>
          <a:xfrm>
            <a:off x="912433" y="2371466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データベースサーバ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D59C4A2-FE95-7DB8-5133-9CF76C61D06C}"/>
              </a:ext>
            </a:extLst>
          </p:cNvPr>
          <p:cNvSpPr/>
          <p:nvPr/>
        </p:nvSpPr>
        <p:spPr>
          <a:xfrm>
            <a:off x="7037789" y="556054"/>
            <a:ext cx="8416758" cy="522434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13378"/>
                      <a:gd name="connsiteY0" fmla="*/ 0 h 5745893"/>
                      <a:gd name="connsiteX1" fmla="*/ 537242 w 5313378"/>
                      <a:gd name="connsiteY1" fmla="*/ 0 h 5745893"/>
                      <a:gd name="connsiteX2" fmla="*/ 968216 w 5313378"/>
                      <a:gd name="connsiteY2" fmla="*/ 0 h 5745893"/>
                      <a:gd name="connsiteX3" fmla="*/ 1664858 w 5313378"/>
                      <a:gd name="connsiteY3" fmla="*/ 0 h 5745893"/>
                      <a:gd name="connsiteX4" fmla="*/ 2202100 w 5313378"/>
                      <a:gd name="connsiteY4" fmla="*/ 0 h 5745893"/>
                      <a:gd name="connsiteX5" fmla="*/ 2739342 w 5313378"/>
                      <a:gd name="connsiteY5" fmla="*/ 0 h 5745893"/>
                      <a:gd name="connsiteX6" fmla="*/ 3435984 w 5313378"/>
                      <a:gd name="connsiteY6" fmla="*/ 0 h 5745893"/>
                      <a:gd name="connsiteX7" fmla="*/ 3920092 w 5313378"/>
                      <a:gd name="connsiteY7" fmla="*/ 0 h 5745893"/>
                      <a:gd name="connsiteX8" fmla="*/ 4616735 w 5313378"/>
                      <a:gd name="connsiteY8" fmla="*/ 0 h 5745893"/>
                      <a:gd name="connsiteX9" fmla="*/ 5313378 w 5313378"/>
                      <a:gd name="connsiteY9" fmla="*/ 0 h 5745893"/>
                      <a:gd name="connsiteX10" fmla="*/ 5313378 w 5313378"/>
                      <a:gd name="connsiteY10" fmla="*/ 574589 h 5745893"/>
                      <a:gd name="connsiteX11" fmla="*/ 5313378 w 5313378"/>
                      <a:gd name="connsiteY11" fmla="*/ 1149179 h 5745893"/>
                      <a:gd name="connsiteX12" fmla="*/ 5313378 w 5313378"/>
                      <a:gd name="connsiteY12" fmla="*/ 1781227 h 5745893"/>
                      <a:gd name="connsiteX13" fmla="*/ 5313378 w 5313378"/>
                      <a:gd name="connsiteY13" fmla="*/ 2183439 h 5745893"/>
                      <a:gd name="connsiteX14" fmla="*/ 5313378 w 5313378"/>
                      <a:gd name="connsiteY14" fmla="*/ 2758029 h 5745893"/>
                      <a:gd name="connsiteX15" fmla="*/ 5313378 w 5313378"/>
                      <a:gd name="connsiteY15" fmla="*/ 3332618 h 5745893"/>
                      <a:gd name="connsiteX16" fmla="*/ 5313378 w 5313378"/>
                      <a:gd name="connsiteY16" fmla="*/ 3907207 h 5745893"/>
                      <a:gd name="connsiteX17" fmla="*/ 5313378 w 5313378"/>
                      <a:gd name="connsiteY17" fmla="*/ 4539255 h 5745893"/>
                      <a:gd name="connsiteX18" fmla="*/ 5313378 w 5313378"/>
                      <a:gd name="connsiteY18" fmla="*/ 5171304 h 5745893"/>
                      <a:gd name="connsiteX19" fmla="*/ 5313378 w 5313378"/>
                      <a:gd name="connsiteY19" fmla="*/ 5745893 h 5745893"/>
                      <a:gd name="connsiteX20" fmla="*/ 4882404 w 5313378"/>
                      <a:gd name="connsiteY20" fmla="*/ 5745893 h 5745893"/>
                      <a:gd name="connsiteX21" fmla="*/ 4185761 w 5313378"/>
                      <a:gd name="connsiteY21" fmla="*/ 5745893 h 5745893"/>
                      <a:gd name="connsiteX22" fmla="*/ 3595386 w 5313378"/>
                      <a:gd name="connsiteY22" fmla="*/ 5745893 h 5745893"/>
                      <a:gd name="connsiteX23" fmla="*/ 3111278 w 5313378"/>
                      <a:gd name="connsiteY23" fmla="*/ 5745893 h 5745893"/>
                      <a:gd name="connsiteX24" fmla="*/ 2520903 w 5313378"/>
                      <a:gd name="connsiteY24" fmla="*/ 5745893 h 5745893"/>
                      <a:gd name="connsiteX25" fmla="*/ 2089929 w 5313378"/>
                      <a:gd name="connsiteY25" fmla="*/ 5745893 h 5745893"/>
                      <a:gd name="connsiteX26" fmla="*/ 1658955 w 5313378"/>
                      <a:gd name="connsiteY26" fmla="*/ 5745893 h 5745893"/>
                      <a:gd name="connsiteX27" fmla="*/ 1068579 w 5313378"/>
                      <a:gd name="connsiteY27" fmla="*/ 5745893 h 5745893"/>
                      <a:gd name="connsiteX28" fmla="*/ 584472 w 5313378"/>
                      <a:gd name="connsiteY28" fmla="*/ 5745893 h 5745893"/>
                      <a:gd name="connsiteX29" fmla="*/ 0 w 5313378"/>
                      <a:gd name="connsiteY29" fmla="*/ 5745893 h 5745893"/>
                      <a:gd name="connsiteX30" fmla="*/ 0 w 5313378"/>
                      <a:gd name="connsiteY30" fmla="*/ 5286222 h 5745893"/>
                      <a:gd name="connsiteX31" fmla="*/ 0 w 5313378"/>
                      <a:gd name="connsiteY31" fmla="*/ 4884009 h 5745893"/>
                      <a:gd name="connsiteX32" fmla="*/ 0 w 5313378"/>
                      <a:gd name="connsiteY32" fmla="*/ 4251961 h 5745893"/>
                      <a:gd name="connsiteX33" fmla="*/ 0 w 5313378"/>
                      <a:gd name="connsiteY33" fmla="*/ 3792289 h 5745893"/>
                      <a:gd name="connsiteX34" fmla="*/ 0 w 5313378"/>
                      <a:gd name="connsiteY34" fmla="*/ 3160241 h 5745893"/>
                      <a:gd name="connsiteX35" fmla="*/ 0 w 5313378"/>
                      <a:gd name="connsiteY35" fmla="*/ 2470734 h 5745893"/>
                      <a:gd name="connsiteX36" fmla="*/ 0 w 5313378"/>
                      <a:gd name="connsiteY36" fmla="*/ 1953604 h 5745893"/>
                      <a:gd name="connsiteX37" fmla="*/ 0 w 5313378"/>
                      <a:gd name="connsiteY37" fmla="*/ 1264096 h 5745893"/>
                      <a:gd name="connsiteX38" fmla="*/ 0 w 5313378"/>
                      <a:gd name="connsiteY38" fmla="*/ 804425 h 5745893"/>
                      <a:gd name="connsiteX39" fmla="*/ 0 w 5313378"/>
                      <a:gd name="connsiteY39" fmla="*/ 0 h 574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313378" h="5745893" extrusionOk="0">
                        <a:moveTo>
                          <a:pt x="0" y="0"/>
                        </a:moveTo>
                        <a:cubicBezTo>
                          <a:pt x="211256" y="-50591"/>
                          <a:pt x="270515" y="47198"/>
                          <a:pt x="537242" y="0"/>
                        </a:cubicBezTo>
                        <a:cubicBezTo>
                          <a:pt x="803969" y="-47198"/>
                          <a:pt x="833813" y="41845"/>
                          <a:pt x="968216" y="0"/>
                        </a:cubicBezTo>
                        <a:cubicBezTo>
                          <a:pt x="1102619" y="-41845"/>
                          <a:pt x="1362811" y="1030"/>
                          <a:pt x="1664858" y="0"/>
                        </a:cubicBezTo>
                        <a:cubicBezTo>
                          <a:pt x="1966905" y="-1030"/>
                          <a:pt x="2043225" y="52421"/>
                          <a:pt x="2202100" y="0"/>
                        </a:cubicBezTo>
                        <a:cubicBezTo>
                          <a:pt x="2360975" y="-52421"/>
                          <a:pt x="2491138" y="23697"/>
                          <a:pt x="2739342" y="0"/>
                        </a:cubicBezTo>
                        <a:cubicBezTo>
                          <a:pt x="2987546" y="-23697"/>
                          <a:pt x="3260133" y="70447"/>
                          <a:pt x="3435984" y="0"/>
                        </a:cubicBezTo>
                        <a:cubicBezTo>
                          <a:pt x="3611835" y="-70447"/>
                          <a:pt x="3776536" y="11378"/>
                          <a:pt x="3920092" y="0"/>
                        </a:cubicBezTo>
                        <a:cubicBezTo>
                          <a:pt x="4063648" y="-11378"/>
                          <a:pt x="4268711" y="77495"/>
                          <a:pt x="4616735" y="0"/>
                        </a:cubicBezTo>
                        <a:cubicBezTo>
                          <a:pt x="4964759" y="-77495"/>
                          <a:pt x="5102995" y="53381"/>
                          <a:pt x="5313378" y="0"/>
                        </a:cubicBezTo>
                        <a:cubicBezTo>
                          <a:pt x="5321027" y="239082"/>
                          <a:pt x="5289454" y="362000"/>
                          <a:pt x="5313378" y="574589"/>
                        </a:cubicBezTo>
                        <a:cubicBezTo>
                          <a:pt x="5337302" y="787178"/>
                          <a:pt x="5245148" y="938974"/>
                          <a:pt x="5313378" y="1149179"/>
                        </a:cubicBezTo>
                        <a:cubicBezTo>
                          <a:pt x="5381608" y="1359384"/>
                          <a:pt x="5310650" y="1545475"/>
                          <a:pt x="5313378" y="1781227"/>
                        </a:cubicBezTo>
                        <a:cubicBezTo>
                          <a:pt x="5316106" y="2016979"/>
                          <a:pt x="5310209" y="2070726"/>
                          <a:pt x="5313378" y="2183439"/>
                        </a:cubicBezTo>
                        <a:cubicBezTo>
                          <a:pt x="5316547" y="2296152"/>
                          <a:pt x="5295444" y="2550794"/>
                          <a:pt x="5313378" y="2758029"/>
                        </a:cubicBezTo>
                        <a:cubicBezTo>
                          <a:pt x="5331312" y="2965264"/>
                          <a:pt x="5269027" y="3123239"/>
                          <a:pt x="5313378" y="3332618"/>
                        </a:cubicBezTo>
                        <a:cubicBezTo>
                          <a:pt x="5357729" y="3541997"/>
                          <a:pt x="5278164" y="3699597"/>
                          <a:pt x="5313378" y="3907207"/>
                        </a:cubicBezTo>
                        <a:cubicBezTo>
                          <a:pt x="5348592" y="4114817"/>
                          <a:pt x="5238503" y="4388103"/>
                          <a:pt x="5313378" y="4539255"/>
                        </a:cubicBezTo>
                        <a:cubicBezTo>
                          <a:pt x="5388253" y="4690407"/>
                          <a:pt x="5262036" y="5027085"/>
                          <a:pt x="5313378" y="5171304"/>
                        </a:cubicBezTo>
                        <a:cubicBezTo>
                          <a:pt x="5364720" y="5315523"/>
                          <a:pt x="5309995" y="5506194"/>
                          <a:pt x="5313378" y="5745893"/>
                        </a:cubicBezTo>
                        <a:cubicBezTo>
                          <a:pt x="5198335" y="5775537"/>
                          <a:pt x="5061149" y="5712758"/>
                          <a:pt x="4882404" y="5745893"/>
                        </a:cubicBezTo>
                        <a:cubicBezTo>
                          <a:pt x="4703659" y="5779028"/>
                          <a:pt x="4341700" y="5717115"/>
                          <a:pt x="4185761" y="5745893"/>
                        </a:cubicBezTo>
                        <a:cubicBezTo>
                          <a:pt x="4029822" y="5774671"/>
                          <a:pt x="3872657" y="5681721"/>
                          <a:pt x="3595386" y="5745893"/>
                        </a:cubicBezTo>
                        <a:cubicBezTo>
                          <a:pt x="3318116" y="5810065"/>
                          <a:pt x="3215440" y="5739889"/>
                          <a:pt x="3111278" y="5745893"/>
                        </a:cubicBezTo>
                        <a:cubicBezTo>
                          <a:pt x="3007116" y="5751897"/>
                          <a:pt x="2654423" y="5732784"/>
                          <a:pt x="2520903" y="5745893"/>
                        </a:cubicBezTo>
                        <a:cubicBezTo>
                          <a:pt x="2387384" y="5759002"/>
                          <a:pt x="2304895" y="5730609"/>
                          <a:pt x="2089929" y="5745893"/>
                        </a:cubicBezTo>
                        <a:cubicBezTo>
                          <a:pt x="1874963" y="5761177"/>
                          <a:pt x="1761873" y="5709998"/>
                          <a:pt x="1658955" y="5745893"/>
                        </a:cubicBezTo>
                        <a:cubicBezTo>
                          <a:pt x="1556037" y="5781788"/>
                          <a:pt x="1220348" y="5705897"/>
                          <a:pt x="1068579" y="5745893"/>
                        </a:cubicBezTo>
                        <a:cubicBezTo>
                          <a:pt x="916810" y="5785889"/>
                          <a:pt x="745023" y="5745038"/>
                          <a:pt x="584472" y="5745893"/>
                        </a:cubicBezTo>
                        <a:cubicBezTo>
                          <a:pt x="423921" y="5746748"/>
                          <a:pt x="216773" y="5689155"/>
                          <a:pt x="0" y="5745893"/>
                        </a:cubicBezTo>
                        <a:cubicBezTo>
                          <a:pt x="-27690" y="5603689"/>
                          <a:pt x="39516" y="5458114"/>
                          <a:pt x="0" y="5286222"/>
                        </a:cubicBezTo>
                        <a:cubicBezTo>
                          <a:pt x="-39516" y="5114330"/>
                          <a:pt x="25764" y="5078107"/>
                          <a:pt x="0" y="4884009"/>
                        </a:cubicBezTo>
                        <a:cubicBezTo>
                          <a:pt x="-25764" y="4689911"/>
                          <a:pt x="34228" y="4535589"/>
                          <a:pt x="0" y="4251961"/>
                        </a:cubicBezTo>
                        <a:cubicBezTo>
                          <a:pt x="-34228" y="3968333"/>
                          <a:pt x="28907" y="3887131"/>
                          <a:pt x="0" y="3792289"/>
                        </a:cubicBezTo>
                        <a:cubicBezTo>
                          <a:pt x="-28907" y="3697447"/>
                          <a:pt x="14852" y="3473919"/>
                          <a:pt x="0" y="3160241"/>
                        </a:cubicBezTo>
                        <a:cubicBezTo>
                          <a:pt x="-14852" y="2846563"/>
                          <a:pt x="59847" y="2622953"/>
                          <a:pt x="0" y="2470734"/>
                        </a:cubicBezTo>
                        <a:cubicBezTo>
                          <a:pt x="-59847" y="2318515"/>
                          <a:pt x="23094" y="2145567"/>
                          <a:pt x="0" y="1953604"/>
                        </a:cubicBezTo>
                        <a:cubicBezTo>
                          <a:pt x="-23094" y="1761641"/>
                          <a:pt x="49470" y="1529802"/>
                          <a:pt x="0" y="1264096"/>
                        </a:cubicBezTo>
                        <a:cubicBezTo>
                          <a:pt x="-49470" y="998390"/>
                          <a:pt x="21340" y="920376"/>
                          <a:pt x="0" y="804425"/>
                        </a:cubicBezTo>
                        <a:cubicBezTo>
                          <a:pt x="-21340" y="688474"/>
                          <a:pt x="61641" y="4018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5973468-ACF4-9F4A-E3A1-D1E038D2C176}"/>
              </a:ext>
            </a:extLst>
          </p:cNvPr>
          <p:cNvCxnSpPr>
            <a:cxnSpLocks/>
          </p:cNvCxnSpPr>
          <p:nvPr/>
        </p:nvCxnSpPr>
        <p:spPr>
          <a:xfrm flipV="1">
            <a:off x="7037789" y="3401406"/>
            <a:ext cx="8416758" cy="27593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7FEA5FD-B2D9-2F6A-48C7-7CBB6AFC1F64}"/>
              </a:ext>
            </a:extLst>
          </p:cNvPr>
          <p:cNvSpPr txBox="1"/>
          <p:nvPr/>
        </p:nvSpPr>
        <p:spPr>
          <a:xfrm>
            <a:off x="7097215" y="572841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水面上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1179293-9069-4683-8CDF-F6BE4891C8D4}"/>
              </a:ext>
            </a:extLst>
          </p:cNvPr>
          <p:cNvSpPr txBox="1"/>
          <p:nvPr/>
        </p:nvSpPr>
        <p:spPr>
          <a:xfrm>
            <a:off x="7206441" y="3456594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水中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E37DB8D-68C2-0371-13E1-72F0862BCA13}"/>
              </a:ext>
            </a:extLst>
          </p:cNvPr>
          <p:cNvSpPr txBox="1"/>
          <p:nvPr/>
        </p:nvSpPr>
        <p:spPr>
          <a:xfrm>
            <a:off x="7342651" y="5017627"/>
            <a:ext cx="2107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/>
              <a:t>水中ドローン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C00802D-59F8-DC79-11D3-AEC49F451254}"/>
              </a:ext>
            </a:extLst>
          </p:cNvPr>
          <p:cNvSpPr/>
          <p:nvPr/>
        </p:nvSpPr>
        <p:spPr>
          <a:xfrm>
            <a:off x="12937080" y="1573265"/>
            <a:ext cx="1910140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Analog</a:t>
            </a:r>
          </a:p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Discovery2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68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E9BC-8037-A7C6-A9FC-E5DA2E8D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1DFFE4-750A-FCC3-BEE0-235D8FBCCC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ja-JP" smtClean="0"/>
              <a:pPr/>
              <a:t>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CB00091-0BCB-CED9-B854-B0A38523911D}"/>
              </a:ext>
            </a:extLst>
          </p:cNvPr>
          <p:cNvGrpSpPr/>
          <p:nvPr/>
        </p:nvGrpSpPr>
        <p:grpSpPr>
          <a:xfrm>
            <a:off x="8774102" y="3555817"/>
            <a:ext cx="4948301" cy="1985784"/>
            <a:chOff x="6549876" y="3172237"/>
            <a:chExt cx="4016536" cy="2336536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D822C739-2134-AFD2-525C-2D0BD7B6CF7E}"/>
                </a:ext>
              </a:extLst>
            </p:cNvPr>
            <p:cNvSpPr/>
            <p:nvPr/>
          </p:nvSpPr>
          <p:spPr>
            <a:xfrm>
              <a:off x="6549876" y="3172237"/>
              <a:ext cx="4016536" cy="233653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solidFill>
                  <a:sysClr val="windowText" lastClr="000000"/>
                </a:solidFill>
                <a:highlight>
                  <a:srgbClr val="00FFFF"/>
                </a:highlight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F76ECE7-6951-F6B7-5D06-B2569B6B79D2}"/>
                </a:ext>
              </a:extLst>
            </p:cNvPr>
            <p:cNvSpPr/>
            <p:nvPr/>
          </p:nvSpPr>
          <p:spPr>
            <a:xfrm>
              <a:off x="7181689" y="3876459"/>
              <a:ext cx="2862080" cy="9033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b="1">
                  <a:solidFill>
                    <a:schemeClr val="tx1"/>
                  </a:solidFill>
                </a:rPr>
                <a:t>スラスタ制御用</a:t>
              </a:r>
              <a:r>
                <a:rPr kumimoji="1" lang="en-US" altLang="ja-JP" sz="2400" b="1" dirty="0">
                  <a:solidFill>
                    <a:schemeClr val="tx1"/>
                  </a:solidFill>
                </a:rPr>
                <a:t>Arduino</a:t>
              </a:r>
            </a:p>
            <a:p>
              <a:pPr algn="ctr"/>
              <a:r>
                <a:rPr kumimoji="1" lang="ja-JP" altLang="en-US" sz="2400" b="1">
                  <a:solidFill>
                    <a:schemeClr val="tx1"/>
                  </a:solidFill>
                </a:rPr>
                <a:t>＆</a:t>
              </a:r>
              <a:r>
                <a:rPr kumimoji="1" lang="en-US" altLang="ja-JP" sz="2400" b="1" dirty="0">
                  <a:solidFill>
                    <a:schemeClr val="tx1"/>
                  </a:solidFill>
                </a:rPr>
                <a:t> </a:t>
              </a:r>
              <a:r>
                <a:rPr kumimoji="1" lang="ja-JP" altLang="en-US" sz="2400" b="1">
                  <a:solidFill>
                    <a:schemeClr val="tx1"/>
                  </a:solidFill>
                </a:rPr>
                <a:t>ドライバ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E3819FD-EB8E-81EA-6A47-3B7E9461382A}"/>
                </a:ext>
              </a:extLst>
            </p:cNvPr>
            <p:cNvSpPr txBox="1"/>
            <p:nvPr/>
          </p:nvSpPr>
          <p:spPr>
            <a:xfrm>
              <a:off x="7075357" y="4976734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98E44A7-BA7E-7E9E-E160-1F0E7EE3FBA2}"/>
              </a:ext>
            </a:extLst>
          </p:cNvPr>
          <p:cNvSpPr/>
          <p:nvPr/>
        </p:nvSpPr>
        <p:spPr>
          <a:xfrm>
            <a:off x="8126966" y="1672278"/>
            <a:ext cx="1990442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 err="1">
                <a:solidFill>
                  <a:schemeClr val="tx1"/>
                </a:solidFill>
              </a:rPr>
              <a:t>RaspberryPi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 5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  <p:pic>
        <p:nvPicPr>
          <p:cNvPr id="22" name="グラフィックス 21" descr="ゲーム コントローラー 枠線">
            <a:extLst>
              <a:ext uri="{FF2B5EF4-FFF2-40B4-BE49-F238E27FC236}">
                <a16:creationId xmlns:a16="http://schemas.microsoft.com/office/drawing/2014/main" id="{AA4E103D-2A67-8930-A1BA-9853C6B8F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340" y="2166598"/>
            <a:ext cx="1182631" cy="1182631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DDFEBB1-6AC1-7FDB-E767-11750F97D1A1}"/>
              </a:ext>
            </a:extLst>
          </p:cNvPr>
          <p:cNvSpPr txBox="1"/>
          <p:nvPr/>
        </p:nvSpPr>
        <p:spPr>
          <a:xfrm>
            <a:off x="3559009" y="1787416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操作用コントローラ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3676E94-B309-3DCB-768C-5637D296DFFA}"/>
              </a:ext>
            </a:extLst>
          </p:cNvPr>
          <p:cNvSpPr/>
          <p:nvPr/>
        </p:nvSpPr>
        <p:spPr>
          <a:xfrm>
            <a:off x="7037789" y="556054"/>
            <a:ext cx="8416758" cy="522434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13378"/>
                      <a:gd name="connsiteY0" fmla="*/ 0 h 5745893"/>
                      <a:gd name="connsiteX1" fmla="*/ 537242 w 5313378"/>
                      <a:gd name="connsiteY1" fmla="*/ 0 h 5745893"/>
                      <a:gd name="connsiteX2" fmla="*/ 968216 w 5313378"/>
                      <a:gd name="connsiteY2" fmla="*/ 0 h 5745893"/>
                      <a:gd name="connsiteX3" fmla="*/ 1664858 w 5313378"/>
                      <a:gd name="connsiteY3" fmla="*/ 0 h 5745893"/>
                      <a:gd name="connsiteX4" fmla="*/ 2202100 w 5313378"/>
                      <a:gd name="connsiteY4" fmla="*/ 0 h 5745893"/>
                      <a:gd name="connsiteX5" fmla="*/ 2739342 w 5313378"/>
                      <a:gd name="connsiteY5" fmla="*/ 0 h 5745893"/>
                      <a:gd name="connsiteX6" fmla="*/ 3435984 w 5313378"/>
                      <a:gd name="connsiteY6" fmla="*/ 0 h 5745893"/>
                      <a:gd name="connsiteX7" fmla="*/ 3920092 w 5313378"/>
                      <a:gd name="connsiteY7" fmla="*/ 0 h 5745893"/>
                      <a:gd name="connsiteX8" fmla="*/ 4616735 w 5313378"/>
                      <a:gd name="connsiteY8" fmla="*/ 0 h 5745893"/>
                      <a:gd name="connsiteX9" fmla="*/ 5313378 w 5313378"/>
                      <a:gd name="connsiteY9" fmla="*/ 0 h 5745893"/>
                      <a:gd name="connsiteX10" fmla="*/ 5313378 w 5313378"/>
                      <a:gd name="connsiteY10" fmla="*/ 574589 h 5745893"/>
                      <a:gd name="connsiteX11" fmla="*/ 5313378 w 5313378"/>
                      <a:gd name="connsiteY11" fmla="*/ 1149179 h 5745893"/>
                      <a:gd name="connsiteX12" fmla="*/ 5313378 w 5313378"/>
                      <a:gd name="connsiteY12" fmla="*/ 1781227 h 5745893"/>
                      <a:gd name="connsiteX13" fmla="*/ 5313378 w 5313378"/>
                      <a:gd name="connsiteY13" fmla="*/ 2183439 h 5745893"/>
                      <a:gd name="connsiteX14" fmla="*/ 5313378 w 5313378"/>
                      <a:gd name="connsiteY14" fmla="*/ 2758029 h 5745893"/>
                      <a:gd name="connsiteX15" fmla="*/ 5313378 w 5313378"/>
                      <a:gd name="connsiteY15" fmla="*/ 3332618 h 5745893"/>
                      <a:gd name="connsiteX16" fmla="*/ 5313378 w 5313378"/>
                      <a:gd name="connsiteY16" fmla="*/ 3907207 h 5745893"/>
                      <a:gd name="connsiteX17" fmla="*/ 5313378 w 5313378"/>
                      <a:gd name="connsiteY17" fmla="*/ 4539255 h 5745893"/>
                      <a:gd name="connsiteX18" fmla="*/ 5313378 w 5313378"/>
                      <a:gd name="connsiteY18" fmla="*/ 5171304 h 5745893"/>
                      <a:gd name="connsiteX19" fmla="*/ 5313378 w 5313378"/>
                      <a:gd name="connsiteY19" fmla="*/ 5745893 h 5745893"/>
                      <a:gd name="connsiteX20" fmla="*/ 4882404 w 5313378"/>
                      <a:gd name="connsiteY20" fmla="*/ 5745893 h 5745893"/>
                      <a:gd name="connsiteX21" fmla="*/ 4185761 w 5313378"/>
                      <a:gd name="connsiteY21" fmla="*/ 5745893 h 5745893"/>
                      <a:gd name="connsiteX22" fmla="*/ 3595386 w 5313378"/>
                      <a:gd name="connsiteY22" fmla="*/ 5745893 h 5745893"/>
                      <a:gd name="connsiteX23" fmla="*/ 3111278 w 5313378"/>
                      <a:gd name="connsiteY23" fmla="*/ 5745893 h 5745893"/>
                      <a:gd name="connsiteX24" fmla="*/ 2520903 w 5313378"/>
                      <a:gd name="connsiteY24" fmla="*/ 5745893 h 5745893"/>
                      <a:gd name="connsiteX25" fmla="*/ 2089929 w 5313378"/>
                      <a:gd name="connsiteY25" fmla="*/ 5745893 h 5745893"/>
                      <a:gd name="connsiteX26" fmla="*/ 1658955 w 5313378"/>
                      <a:gd name="connsiteY26" fmla="*/ 5745893 h 5745893"/>
                      <a:gd name="connsiteX27" fmla="*/ 1068579 w 5313378"/>
                      <a:gd name="connsiteY27" fmla="*/ 5745893 h 5745893"/>
                      <a:gd name="connsiteX28" fmla="*/ 584472 w 5313378"/>
                      <a:gd name="connsiteY28" fmla="*/ 5745893 h 5745893"/>
                      <a:gd name="connsiteX29" fmla="*/ 0 w 5313378"/>
                      <a:gd name="connsiteY29" fmla="*/ 5745893 h 5745893"/>
                      <a:gd name="connsiteX30" fmla="*/ 0 w 5313378"/>
                      <a:gd name="connsiteY30" fmla="*/ 5286222 h 5745893"/>
                      <a:gd name="connsiteX31" fmla="*/ 0 w 5313378"/>
                      <a:gd name="connsiteY31" fmla="*/ 4884009 h 5745893"/>
                      <a:gd name="connsiteX32" fmla="*/ 0 w 5313378"/>
                      <a:gd name="connsiteY32" fmla="*/ 4251961 h 5745893"/>
                      <a:gd name="connsiteX33" fmla="*/ 0 w 5313378"/>
                      <a:gd name="connsiteY33" fmla="*/ 3792289 h 5745893"/>
                      <a:gd name="connsiteX34" fmla="*/ 0 w 5313378"/>
                      <a:gd name="connsiteY34" fmla="*/ 3160241 h 5745893"/>
                      <a:gd name="connsiteX35" fmla="*/ 0 w 5313378"/>
                      <a:gd name="connsiteY35" fmla="*/ 2470734 h 5745893"/>
                      <a:gd name="connsiteX36" fmla="*/ 0 w 5313378"/>
                      <a:gd name="connsiteY36" fmla="*/ 1953604 h 5745893"/>
                      <a:gd name="connsiteX37" fmla="*/ 0 w 5313378"/>
                      <a:gd name="connsiteY37" fmla="*/ 1264096 h 5745893"/>
                      <a:gd name="connsiteX38" fmla="*/ 0 w 5313378"/>
                      <a:gd name="connsiteY38" fmla="*/ 804425 h 5745893"/>
                      <a:gd name="connsiteX39" fmla="*/ 0 w 5313378"/>
                      <a:gd name="connsiteY39" fmla="*/ 0 h 574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313378" h="5745893" extrusionOk="0">
                        <a:moveTo>
                          <a:pt x="0" y="0"/>
                        </a:moveTo>
                        <a:cubicBezTo>
                          <a:pt x="211256" y="-50591"/>
                          <a:pt x="270515" y="47198"/>
                          <a:pt x="537242" y="0"/>
                        </a:cubicBezTo>
                        <a:cubicBezTo>
                          <a:pt x="803969" y="-47198"/>
                          <a:pt x="833813" y="41845"/>
                          <a:pt x="968216" y="0"/>
                        </a:cubicBezTo>
                        <a:cubicBezTo>
                          <a:pt x="1102619" y="-41845"/>
                          <a:pt x="1362811" y="1030"/>
                          <a:pt x="1664858" y="0"/>
                        </a:cubicBezTo>
                        <a:cubicBezTo>
                          <a:pt x="1966905" y="-1030"/>
                          <a:pt x="2043225" y="52421"/>
                          <a:pt x="2202100" y="0"/>
                        </a:cubicBezTo>
                        <a:cubicBezTo>
                          <a:pt x="2360975" y="-52421"/>
                          <a:pt x="2491138" y="23697"/>
                          <a:pt x="2739342" y="0"/>
                        </a:cubicBezTo>
                        <a:cubicBezTo>
                          <a:pt x="2987546" y="-23697"/>
                          <a:pt x="3260133" y="70447"/>
                          <a:pt x="3435984" y="0"/>
                        </a:cubicBezTo>
                        <a:cubicBezTo>
                          <a:pt x="3611835" y="-70447"/>
                          <a:pt x="3776536" y="11378"/>
                          <a:pt x="3920092" y="0"/>
                        </a:cubicBezTo>
                        <a:cubicBezTo>
                          <a:pt x="4063648" y="-11378"/>
                          <a:pt x="4268711" y="77495"/>
                          <a:pt x="4616735" y="0"/>
                        </a:cubicBezTo>
                        <a:cubicBezTo>
                          <a:pt x="4964759" y="-77495"/>
                          <a:pt x="5102995" y="53381"/>
                          <a:pt x="5313378" y="0"/>
                        </a:cubicBezTo>
                        <a:cubicBezTo>
                          <a:pt x="5321027" y="239082"/>
                          <a:pt x="5289454" y="362000"/>
                          <a:pt x="5313378" y="574589"/>
                        </a:cubicBezTo>
                        <a:cubicBezTo>
                          <a:pt x="5337302" y="787178"/>
                          <a:pt x="5245148" y="938974"/>
                          <a:pt x="5313378" y="1149179"/>
                        </a:cubicBezTo>
                        <a:cubicBezTo>
                          <a:pt x="5381608" y="1359384"/>
                          <a:pt x="5310650" y="1545475"/>
                          <a:pt x="5313378" y="1781227"/>
                        </a:cubicBezTo>
                        <a:cubicBezTo>
                          <a:pt x="5316106" y="2016979"/>
                          <a:pt x="5310209" y="2070726"/>
                          <a:pt x="5313378" y="2183439"/>
                        </a:cubicBezTo>
                        <a:cubicBezTo>
                          <a:pt x="5316547" y="2296152"/>
                          <a:pt x="5295444" y="2550794"/>
                          <a:pt x="5313378" y="2758029"/>
                        </a:cubicBezTo>
                        <a:cubicBezTo>
                          <a:pt x="5331312" y="2965264"/>
                          <a:pt x="5269027" y="3123239"/>
                          <a:pt x="5313378" y="3332618"/>
                        </a:cubicBezTo>
                        <a:cubicBezTo>
                          <a:pt x="5357729" y="3541997"/>
                          <a:pt x="5278164" y="3699597"/>
                          <a:pt x="5313378" y="3907207"/>
                        </a:cubicBezTo>
                        <a:cubicBezTo>
                          <a:pt x="5348592" y="4114817"/>
                          <a:pt x="5238503" y="4388103"/>
                          <a:pt x="5313378" y="4539255"/>
                        </a:cubicBezTo>
                        <a:cubicBezTo>
                          <a:pt x="5388253" y="4690407"/>
                          <a:pt x="5262036" y="5027085"/>
                          <a:pt x="5313378" y="5171304"/>
                        </a:cubicBezTo>
                        <a:cubicBezTo>
                          <a:pt x="5364720" y="5315523"/>
                          <a:pt x="5309995" y="5506194"/>
                          <a:pt x="5313378" y="5745893"/>
                        </a:cubicBezTo>
                        <a:cubicBezTo>
                          <a:pt x="5198335" y="5775537"/>
                          <a:pt x="5061149" y="5712758"/>
                          <a:pt x="4882404" y="5745893"/>
                        </a:cubicBezTo>
                        <a:cubicBezTo>
                          <a:pt x="4703659" y="5779028"/>
                          <a:pt x="4341700" y="5717115"/>
                          <a:pt x="4185761" y="5745893"/>
                        </a:cubicBezTo>
                        <a:cubicBezTo>
                          <a:pt x="4029822" y="5774671"/>
                          <a:pt x="3872657" y="5681721"/>
                          <a:pt x="3595386" y="5745893"/>
                        </a:cubicBezTo>
                        <a:cubicBezTo>
                          <a:pt x="3318116" y="5810065"/>
                          <a:pt x="3215440" y="5739889"/>
                          <a:pt x="3111278" y="5745893"/>
                        </a:cubicBezTo>
                        <a:cubicBezTo>
                          <a:pt x="3007116" y="5751897"/>
                          <a:pt x="2654423" y="5732784"/>
                          <a:pt x="2520903" y="5745893"/>
                        </a:cubicBezTo>
                        <a:cubicBezTo>
                          <a:pt x="2387384" y="5759002"/>
                          <a:pt x="2304895" y="5730609"/>
                          <a:pt x="2089929" y="5745893"/>
                        </a:cubicBezTo>
                        <a:cubicBezTo>
                          <a:pt x="1874963" y="5761177"/>
                          <a:pt x="1761873" y="5709998"/>
                          <a:pt x="1658955" y="5745893"/>
                        </a:cubicBezTo>
                        <a:cubicBezTo>
                          <a:pt x="1556037" y="5781788"/>
                          <a:pt x="1220348" y="5705897"/>
                          <a:pt x="1068579" y="5745893"/>
                        </a:cubicBezTo>
                        <a:cubicBezTo>
                          <a:pt x="916810" y="5785889"/>
                          <a:pt x="745023" y="5745038"/>
                          <a:pt x="584472" y="5745893"/>
                        </a:cubicBezTo>
                        <a:cubicBezTo>
                          <a:pt x="423921" y="5746748"/>
                          <a:pt x="216773" y="5689155"/>
                          <a:pt x="0" y="5745893"/>
                        </a:cubicBezTo>
                        <a:cubicBezTo>
                          <a:pt x="-27690" y="5603689"/>
                          <a:pt x="39516" y="5458114"/>
                          <a:pt x="0" y="5286222"/>
                        </a:cubicBezTo>
                        <a:cubicBezTo>
                          <a:pt x="-39516" y="5114330"/>
                          <a:pt x="25764" y="5078107"/>
                          <a:pt x="0" y="4884009"/>
                        </a:cubicBezTo>
                        <a:cubicBezTo>
                          <a:pt x="-25764" y="4689911"/>
                          <a:pt x="34228" y="4535589"/>
                          <a:pt x="0" y="4251961"/>
                        </a:cubicBezTo>
                        <a:cubicBezTo>
                          <a:pt x="-34228" y="3968333"/>
                          <a:pt x="28907" y="3887131"/>
                          <a:pt x="0" y="3792289"/>
                        </a:cubicBezTo>
                        <a:cubicBezTo>
                          <a:pt x="-28907" y="3697447"/>
                          <a:pt x="14852" y="3473919"/>
                          <a:pt x="0" y="3160241"/>
                        </a:cubicBezTo>
                        <a:cubicBezTo>
                          <a:pt x="-14852" y="2846563"/>
                          <a:pt x="59847" y="2622953"/>
                          <a:pt x="0" y="2470734"/>
                        </a:cubicBezTo>
                        <a:cubicBezTo>
                          <a:pt x="-59847" y="2318515"/>
                          <a:pt x="23094" y="2145567"/>
                          <a:pt x="0" y="1953604"/>
                        </a:cubicBezTo>
                        <a:cubicBezTo>
                          <a:pt x="-23094" y="1761641"/>
                          <a:pt x="49470" y="1529802"/>
                          <a:pt x="0" y="1264096"/>
                        </a:cubicBezTo>
                        <a:cubicBezTo>
                          <a:pt x="-49470" y="998390"/>
                          <a:pt x="21340" y="920376"/>
                          <a:pt x="0" y="804425"/>
                        </a:cubicBezTo>
                        <a:cubicBezTo>
                          <a:pt x="-21340" y="688474"/>
                          <a:pt x="61641" y="4018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059838D-9978-B50E-46C1-7F3668D84942}"/>
              </a:ext>
            </a:extLst>
          </p:cNvPr>
          <p:cNvCxnSpPr>
            <a:cxnSpLocks/>
          </p:cNvCxnSpPr>
          <p:nvPr/>
        </p:nvCxnSpPr>
        <p:spPr>
          <a:xfrm flipV="1">
            <a:off x="7037789" y="3401406"/>
            <a:ext cx="8416758" cy="27593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46293D3-9023-515D-7B85-D85B3E1810C9}"/>
              </a:ext>
            </a:extLst>
          </p:cNvPr>
          <p:cNvSpPr txBox="1"/>
          <p:nvPr/>
        </p:nvSpPr>
        <p:spPr>
          <a:xfrm>
            <a:off x="7097215" y="572841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水面上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9469E5A-B2B9-AB9D-2085-FDF6E8F518CF}"/>
              </a:ext>
            </a:extLst>
          </p:cNvPr>
          <p:cNvSpPr txBox="1"/>
          <p:nvPr/>
        </p:nvSpPr>
        <p:spPr>
          <a:xfrm>
            <a:off x="7206441" y="3456594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/>
              <a:t>水中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D4880CA-4F88-9ED4-01C7-1FCB5C1AFF5D}"/>
              </a:ext>
            </a:extLst>
          </p:cNvPr>
          <p:cNvSpPr txBox="1"/>
          <p:nvPr/>
        </p:nvSpPr>
        <p:spPr>
          <a:xfrm>
            <a:off x="7342651" y="5017627"/>
            <a:ext cx="2107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/>
              <a:t>水中ドローン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CA9139F-B8B8-2495-BB50-848D968A5F00}"/>
              </a:ext>
            </a:extLst>
          </p:cNvPr>
          <p:cNvSpPr/>
          <p:nvPr/>
        </p:nvSpPr>
        <p:spPr>
          <a:xfrm>
            <a:off x="10512155" y="1701823"/>
            <a:ext cx="1910140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Analog</a:t>
            </a:r>
          </a:p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Discovery2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  <p:cxnSp>
        <p:nvCxnSpPr>
          <p:cNvPr id="4" name="カギ線コネクタ 3">
            <a:extLst>
              <a:ext uri="{FF2B5EF4-FFF2-40B4-BE49-F238E27FC236}">
                <a16:creationId xmlns:a16="http://schemas.microsoft.com/office/drawing/2014/main" id="{A1627E78-3F09-E794-8F55-0AA3D3186FF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017932" y="2793228"/>
            <a:ext cx="4534552" cy="1744958"/>
          </a:xfrm>
          <a:prstGeom prst="bentConnector3">
            <a:avLst>
              <a:gd name="adj1" fmla="val 9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E52A9A43-FFF2-A3FD-43B6-44F8A98AB70C}"/>
              </a:ext>
            </a:extLst>
          </p:cNvPr>
          <p:cNvSpPr/>
          <p:nvPr/>
        </p:nvSpPr>
        <p:spPr>
          <a:xfrm>
            <a:off x="10097070" y="5177911"/>
            <a:ext cx="2325225" cy="4841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/>
              <a:t>電磁センサ</a:t>
            </a:r>
          </a:p>
        </p:txBody>
      </p:sp>
      <p:cxnSp>
        <p:nvCxnSpPr>
          <p:cNvPr id="30" name="カギ線コネクタ 29">
            <a:extLst>
              <a:ext uri="{FF2B5EF4-FFF2-40B4-BE49-F238E27FC236}">
                <a16:creationId xmlns:a16="http://schemas.microsoft.com/office/drawing/2014/main" id="{38C79696-B920-69EC-CB9B-011C723F0F68}"/>
              </a:ext>
            </a:extLst>
          </p:cNvPr>
          <p:cNvCxnSpPr>
            <a:stCxn id="33" idx="3"/>
            <a:endCxn id="15" idx="3"/>
          </p:cNvCxnSpPr>
          <p:nvPr/>
        </p:nvCxnSpPr>
        <p:spPr>
          <a:xfrm>
            <a:off x="12422295" y="2312365"/>
            <a:ext cx="12700" cy="3107605"/>
          </a:xfrm>
          <a:prstGeom prst="bentConnector3">
            <a:avLst>
              <a:gd name="adj1" fmla="val 13353488"/>
            </a:avLst>
          </a:prstGeom>
          <a:ln w="444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05F7BF6-6050-873A-F610-DCB45B6E4A9B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>
            <a:off x="10117408" y="2282820"/>
            <a:ext cx="394747" cy="2954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7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F23ACB2-0287-71FA-2E8E-C28CF2C7BF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ja-JP" smtClean="0"/>
              <a:pPr/>
              <a:t>2</a:t>
            </a:fld>
            <a:endParaRPr 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0E47D6-AA79-41D3-C240-DC1B05F60241}"/>
              </a:ext>
            </a:extLst>
          </p:cNvPr>
          <p:cNvSpPr/>
          <p:nvPr/>
        </p:nvSpPr>
        <p:spPr>
          <a:xfrm>
            <a:off x="7384738" y="3197743"/>
            <a:ext cx="1990442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 err="1">
                <a:solidFill>
                  <a:schemeClr val="tx1"/>
                </a:solidFill>
              </a:rPr>
              <a:t>RaspberryPi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 5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35E8AE-0750-A3F1-AE8F-F3655E19890A}"/>
              </a:ext>
            </a:extLst>
          </p:cNvPr>
          <p:cNvSpPr/>
          <p:nvPr/>
        </p:nvSpPr>
        <p:spPr>
          <a:xfrm>
            <a:off x="4478880" y="3197743"/>
            <a:ext cx="1910140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Analog</a:t>
            </a:r>
          </a:p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Discovery2</a:t>
            </a:r>
            <a:endParaRPr kumimoji="1" lang="ja-JP" altLang="en-US" sz="2800" b="1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60CF30-4113-4217-1EBF-EA26D43C1A0F}"/>
              </a:ext>
            </a:extLst>
          </p:cNvPr>
          <p:cNvSpPr/>
          <p:nvPr/>
        </p:nvSpPr>
        <p:spPr>
          <a:xfrm>
            <a:off x="1492720" y="3197743"/>
            <a:ext cx="1990442" cy="1221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>
                <a:solidFill>
                  <a:schemeClr val="tx1"/>
                </a:solidFill>
              </a:rPr>
              <a:t>電磁センサ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44A3198-9E70-18FC-4D35-1C35883B82CC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3483162" y="3808285"/>
            <a:ext cx="995718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80C5AE8-A737-B12A-985E-CA57FDAEB1CC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6389020" y="3808285"/>
            <a:ext cx="995718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04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AFA22584-F335-6865-1C68-8B3B777890F1}"/>
              </a:ext>
            </a:extLst>
          </p:cNvPr>
          <p:cNvSpPr/>
          <p:nvPr/>
        </p:nvSpPr>
        <p:spPr>
          <a:xfrm>
            <a:off x="1946935" y="5072013"/>
            <a:ext cx="5623794" cy="1093719"/>
          </a:xfrm>
          <a:prstGeom prst="parallelogram">
            <a:avLst>
              <a:gd name="adj" fmla="val 87105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CE35DC9-CC82-9DC8-A2A2-9B1D5A80DA3B}"/>
              </a:ext>
            </a:extLst>
          </p:cNvPr>
          <p:cNvGrpSpPr/>
          <p:nvPr/>
        </p:nvGrpSpPr>
        <p:grpSpPr>
          <a:xfrm>
            <a:off x="4042606" y="3110870"/>
            <a:ext cx="1561764" cy="1044319"/>
            <a:chOff x="5256110" y="2542415"/>
            <a:chExt cx="1561764" cy="1215325"/>
          </a:xfrm>
        </p:grpSpPr>
        <p:sp>
          <p:nvSpPr>
            <p:cNvPr id="12" name="フローチャート: 磁気ディスク 11">
              <a:extLst>
                <a:ext uri="{FF2B5EF4-FFF2-40B4-BE49-F238E27FC236}">
                  <a16:creationId xmlns:a16="http://schemas.microsoft.com/office/drawing/2014/main" id="{4CBC5356-14CE-4897-AB42-6252615ABB8D}"/>
                </a:ext>
              </a:extLst>
            </p:cNvPr>
            <p:cNvSpPr/>
            <p:nvPr/>
          </p:nvSpPr>
          <p:spPr>
            <a:xfrm>
              <a:off x="5256110" y="3381460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ローチャート: 磁気ディスク 12">
              <a:extLst>
                <a:ext uri="{FF2B5EF4-FFF2-40B4-BE49-F238E27FC236}">
                  <a16:creationId xmlns:a16="http://schemas.microsoft.com/office/drawing/2014/main" id="{3FD7C55B-4A1C-8971-2864-803CB448B395}"/>
                </a:ext>
              </a:extLst>
            </p:cNvPr>
            <p:cNvSpPr/>
            <p:nvPr/>
          </p:nvSpPr>
          <p:spPr>
            <a:xfrm>
              <a:off x="5734216" y="2561888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ローチャート: 磁気ディスク 13">
              <a:extLst>
                <a:ext uri="{FF2B5EF4-FFF2-40B4-BE49-F238E27FC236}">
                  <a16:creationId xmlns:a16="http://schemas.microsoft.com/office/drawing/2014/main" id="{C62AFB54-281A-F740-A048-288C75C7976B}"/>
                </a:ext>
              </a:extLst>
            </p:cNvPr>
            <p:cNvSpPr/>
            <p:nvPr/>
          </p:nvSpPr>
          <p:spPr>
            <a:xfrm>
              <a:off x="5345123" y="292678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磁気ディスク 14">
              <a:extLst>
                <a:ext uri="{FF2B5EF4-FFF2-40B4-BE49-F238E27FC236}">
                  <a16:creationId xmlns:a16="http://schemas.microsoft.com/office/drawing/2014/main" id="{2DB7B166-3735-5AA4-BC7A-2B396B6EF561}"/>
                </a:ext>
              </a:extLst>
            </p:cNvPr>
            <p:cNvSpPr/>
            <p:nvPr/>
          </p:nvSpPr>
          <p:spPr>
            <a:xfrm>
              <a:off x="5345124" y="2766716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磁気ディスク 15">
              <a:extLst>
                <a:ext uri="{FF2B5EF4-FFF2-40B4-BE49-F238E27FC236}">
                  <a16:creationId xmlns:a16="http://schemas.microsoft.com/office/drawing/2014/main" id="{FA545514-6729-2B0F-D8EC-CD5263203072}"/>
                </a:ext>
              </a:extLst>
            </p:cNvPr>
            <p:cNvSpPr/>
            <p:nvPr/>
          </p:nvSpPr>
          <p:spPr>
            <a:xfrm>
              <a:off x="5345123" y="2667590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ローチャート: 磁気ディスク 16">
              <a:extLst>
                <a:ext uri="{FF2B5EF4-FFF2-40B4-BE49-F238E27FC236}">
                  <a16:creationId xmlns:a16="http://schemas.microsoft.com/office/drawing/2014/main" id="{F8337369-C831-0A6E-DF57-A94D09A058F0}"/>
                </a:ext>
              </a:extLst>
            </p:cNvPr>
            <p:cNvSpPr/>
            <p:nvPr/>
          </p:nvSpPr>
          <p:spPr>
            <a:xfrm>
              <a:off x="5345123" y="254241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フローチャート: 磁気ディスク 17">
              <a:extLst>
                <a:ext uri="{FF2B5EF4-FFF2-40B4-BE49-F238E27FC236}">
                  <a16:creationId xmlns:a16="http://schemas.microsoft.com/office/drawing/2014/main" id="{15E86F4F-2884-FBE5-4301-7342EBB3AFE4}"/>
                </a:ext>
              </a:extLst>
            </p:cNvPr>
            <p:cNvSpPr/>
            <p:nvPr/>
          </p:nvSpPr>
          <p:spPr>
            <a:xfrm>
              <a:off x="5256111" y="2561887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09D52CA-1420-20D8-C4FE-D5DA0E0FD19B}"/>
              </a:ext>
            </a:extLst>
          </p:cNvPr>
          <p:cNvGrpSpPr/>
          <p:nvPr/>
        </p:nvGrpSpPr>
        <p:grpSpPr>
          <a:xfrm>
            <a:off x="4042606" y="2059915"/>
            <a:ext cx="1561764" cy="1215325"/>
            <a:chOff x="3310311" y="1314957"/>
            <a:chExt cx="1561764" cy="1215325"/>
          </a:xfrm>
        </p:grpSpPr>
        <p:sp>
          <p:nvSpPr>
            <p:cNvPr id="7" name="フローチャート: 磁気ディスク 6">
              <a:extLst>
                <a:ext uri="{FF2B5EF4-FFF2-40B4-BE49-F238E27FC236}">
                  <a16:creationId xmlns:a16="http://schemas.microsoft.com/office/drawing/2014/main" id="{42A688E3-E76B-8274-781F-0459EDD8F693}"/>
                </a:ext>
              </a:extLst>
            </p:cNvPr>
            <p:cNvSpPr/>
            <p:nvPr/>
          </p:nvSpPr>
          <p:spPr>
            <a:xfrm>
              <a:off x="3310311" y="2154002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フローチャート: 磁気ディスク 5">
              <a:extLst>
                <a:ext uri="{FF2B5EF4-FFF2-40B4-BE49-F238E27FC236}">
                  <a16:creationId xmlns:a16="http://schemas.microsoft.com/office/drawing/2014/main" id="{431E4EA0-D506-8740-D084-E5A210E8F9A1}"/>
                </a:ext>
              </a:extLst>
            </p:cNvPr>
            <p:cNvSpPr/>
            <p:nvPr/>
          </p:nvSpPr>
          <p:spPr>
            <a:xfrm>
              <a:off x="3788417" y="1334430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フローチャート: 磁気ディスク 7">
              <a:extLst>
                <a:ext uri="{FF2B5EF4-FFF2-40B4-BE49-F238E27FC236}">
                  <a16:creationId xmlns:a16="http://schemas.microsoft.com/office/drawing/2014/main" id="{CEE386FE-D701-8265-F372-A4E1EE62AA83}"/>
                </a:ext>
              </a:extLst>
            </p:cNvPr>
            <p:cNvSpPr/>
            <p:nvPr/>
          </p:nvSpPr>
          <p:spPr>
            <a:xfrm>
              <a:off x="3399324" y="169932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ローチャート: 磁気ディスク 8">
              <a:extLst>
                <a:ext uri="{FF2B5EF4-FFF2-40B4-BE49-F238E27FC236}">
                  <a16:creationId xmlns:a16="http://schemas.microsoft.com/office/drawing/2014/main" id="{0D3AC030-0070-3E62-4726-95C2441678D8}"/>
                </a:ext>
              </a:extLst>
            </p:cNvPr>
            <p:cNvSpPr/>
            <p:nvPr/>
          </p:nvSpPr>
          <p:spPr>
            <a:xfrm>
              <a:off x="3399325" y="1539258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磁気ディスク 9">
              <a:extLst>
                <a:ext uri="{FF2B5EF4-FFF2-40B4-BE49-F238E27FC236}">
                  <a16:creationId xmlns:a16="http://schemas.microsoft.com/office/drawing/2014/main" id="{A12264EE-9CC7-62C8-EA54-0C71FD741B2F}"/>
                </a:ext>
              </a:extLst>
            </p:cNvPr>
            <p:cNvSpPr/>
            <p:nvPr/>
          </p:nvSpPr>
          <p:spPr>
            <a:xfrm>
              <a:off x="3399324" y="1440132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フローチャート: 磁気ディスク 10">
              <a:extLst>
                <a:ext uri="{FF2B5EF4-FFF2-40B4-BE49-F238E27FC236}">
                  <a16:creationId xmlns:a16="http://schemas.microsoft.com/office/drawing/2014/main" id="{8B65E70E-FFA2-D08A-15A2-711BB971211C}"/>
                </a:ext>
              </a:extLst>
            </p:cNvPr>
            <p:cNvSpPr/>
            <p:nvPr/>
          </p:nvSpPr>
          <p:spPr>
            <a:xfrm>
              <a:off x="3399324" y="131495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フローチャート: 磁気ディスク 4">
              <a:extLst>
                <a:ext uri="{FF2B5EF4-FFF2-40B4-BE49-F238E27FC236}">
                  <a16:creationId xmlns:a16="http://schemas.microsoft.com/office/drawing/2014/main" id="{BE05E933-C5CA-EC6C-09D8-D369DB55FCB9}"/>
                </a:ext>
              </a:extLst>
            </p:cNvPr>
            <p:cNvSpPr/>
            <p:nvPr/>
          </p:nvSpPr>
          <p:spPr>
            <a:xfrm>
              <a:off x="3310312" y="1334429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楕円 20">
            <a:extLst>
              <a:ext uri="{FF2B5EF4-FFF2-40B4-BE49-F238E27FC236}">
                <a16:creationId xmlns:a16="http://schemas.microsoft.com/office/drawing/2014/main" id="{DBCE039F-270B-5B5A-0790-A14A82A00BFE}"/>
              </a:ext>
            </a:extLst>
          </p:cNvPr>
          <p:cNvSpPr/>
          <p:nvPr/>
        </p:nvSpPr>
        <p:spPr>
          <a:xfrm>
            <a:off x="4498624" y="1269374"/>
            <a:ext cx="659666" cy="6232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rgbClr val="FF0000"/>
                </a:solidFill>
              </a:rPr>
              <a:t>～</a:t>
            </a:r>
          </a:p>
        </p:txBody>
      </p: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6EECC065-C38C-3F7C-CFAC-28906FF3F3BF}"/>
              </a:ext>
            </a:extLst>
          </p:cNvPr>
          <p:cNvCxnSpPr>
            <a:stCxn id="5" idx="2"/>
            <a:endCxn id="21" idx="2"/>
          </p:cNvCxnSpPr>
          <p:nvPr/>
        </p:nvCxnSpPr>
        <p:spPr>
          <a:xfrm rot="10800000" flipH="1">
            <a:off x="4042606" y="1580977"/>
            <a:ext cx="456017" cy="686550"/>
          </a:xfrm>
          <a:prstGeom prst="bentConnector3">
            <a:avLst>
              <a:gd name="adj1" fmla="val -5013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DADF76A7-E95D-163B-A5CC-61E870D320BE}"/>
              </a:ext>
            </a:extLst>
          </p:cNvPr>
          <p:cNvCxnSpPr>
            <a:stCxn id="5" idx="4"/>
            <a:endCxn id="21" idx="6"/>
          </p:cNvCxnSpPr>
          <p:nvPr/>
        </p:nvCxnSpPr>
        <p:spPr>
          <a:xfrm flipH="1" flipV="1">
            <a:off x="5158290" y="1580977"/>
            <a:ext cx="446080" cy="686550"/>
          </a:xfrm>
          <a:prstGeom prst="bentConnector3">
            <a:avLst>
              <a:gd name="adj1" fmla="val -51246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楕円 39">
            <a:extLst>
              <a:ext uri="{FF2B5EF4-FFF2-40B4-BE49-F238E27FC236}">
                <a16:creationId xmlns:a16="http://schemas.microsoft.com/office/drawing/2014/main" id="{8DA4597D-554E-8303-23CC-3B397070D30F}"/>
              </a:ext>
            </a:extLst>
          </p:cNvPr>
          <p:cNvSpPr/>
          <p:nvPr/>
        </p:nvSpPr>
        <p:spPr>
          <a:xfrm>
            <a:off x="4042606" y="5310909"/>
            <a:ext cx="1561763" cy="5806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924D6C1F-A9B5-CE11-D9E9-05FEEDD1C29A}"/>
              </a:ext>
            </a:extLst>
          </p:cNvPr>
          <p:cNvSpPr/>
          <p:nvPr/>
        </p:nvSpPr>
        <p:spPr>
          <a:xfrm>
            <a:off x="3863957" y="5182648"/>
            <a:ext cx="1919060" cy="83719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B98887E5-3719-88E8-EDA3-0C41FE2957C2}"/>
              </a:ext>
            </a:extLst>
          </p:cNvPr>
          <p:cNvSpPr/>
          <p:nvPr/>
        </p:nvSpPr>
        <p:spPr>
          <a:xfrm>
            <a:off x="4270614" y="5387187"/>
            <a:ext cx="1141933" cy="40287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F4B59178-4D80-E6EB-53C2-D023331CE233}"/>
              </a:ext>
            </a:extLst>
          </p:cNvPr>
          <p:cNvSpPr/>
          <p:nvPr/>
        </p:nvSpPr>
        <p:spPr>
          <a:xfrm>
            <a:off x="4423015" y="5470286"/>
            <a:ext cx="850950" cy="23667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弧 43">
            <a:extLst>
              <a:ext uri="{FF2B5EF4-FFF2-40B4-BE49-F238E27FC236}">
                <a16:creationId xmlns:a16="http://schemas.microsoft.com/office/drawing/2014/main" id="{15F9E10A-2CA9-D552-FE2E-2AA77212B8BB}"/>
              </a:ext>
            </a:extLst>
          </p:cNvPr>
          <p:cNvSpPr/>
          <p:nvPr/>
        </p:nvSpPr>
        <p:spPr>
          <a:xfrm rot="5400000">
            <a:off x="130126" y="584966"/>
            <a:ext cx="6033605" cy="2639341"/>
          </a:xfrm>
          <a:prstGeom prst="arc">
            <a:avLst>
              <a:gd name="adj1" fmla="val 19219920"/>
              <a:gd name="adj2" fmla="val 21591226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弧 44">
            <a:extLst>
              <a:ext uri="{FF2B5EF4-FFF2-40B4-BE49-F238E27FC236}">
                <a16:creationId xmlns:a16="http://schemas.microsoft.com/office/drawing/2014/main" id="{8BF587CC-94F2-D1CD-4777-3B38F88E05E1}"/>
              </a:ext>
            </a:extLst>
          </p:cNvPr>
          <p:cNvSpPr/>
          <p:nvPr/>
        </p:nvSpPr>
        <p:spPr>
          <a:xfrm rot="5400000">
            <a:off x="18919" y="844153"/>
            <a:ext cx="6594511" cy="2639341"/>
          </a:xfrm>
          <a:prstGeom prst="arc">
            <a:avLst>
              <a:gd name="adj1" fmla="val 18748995"/>
              <a:gd name="adj2" fmla="val 21134635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円弧 45">
            <a:extLst>
              <a:ext uri="{FF2B5EF4-FFF2-40B4-BE49-F238E27FC236}">
                <a16:creationId xmlns:a16="http://schemas.microsoft.com/office/drawing/2014/main" id="{63B6BB72-48BC-7303-B8DA-87DD7CF98262}"/>
              </a:ext>
            </a:extLst>
          </p:cNvPr>
          <p:cNvSpPr/>
          <p:nvPr/>
        </p:nvSpPr>
        <p:spPr>
          <a:xfrm rot="5400000">
            <a:off x="-263386" y="1292319"/>
            <a:ext cx="7448311" cy="2639341"/>
          </a:xfrm>
          <a:prstGeom prst="arc">
            <a:avLst>
              <a:gd name="adj1" fmla="val 17818384"/>
              <a:gd name="adj2" fmla="val 20583395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円弧 46">
            <a:extLst>
              <a:ext uri="{FF2B5EF4-FFF2-40B4-BE49-F238E27FC236}">
                <a16:creationId xmlns:a16="http://schemas.microsoft.com/office/drawing/2014/main" id="{DB2A1F4F-2E7E-B080-44CE-503B832145D5}"/>
              </a:ext>
            </a:extLst>
          </p:cNvPr>
          <p:cNvSpPr/>
          <p:nvPr/>
        </p:nvSpPr>
        <p:spPr>
          <a:xfrm rot="5400000" flipV="1">
            <a:off x="2475685" y="1310734"/>
            <a:ext cx="7448311" cy="2639339"/>
          </a:xfrm>
          <a:prstGeom prst="arc">
            <a:avLst>
              <a:gd name="adj1" fmla="val 17818384"/>
              <a:gd name="adj2" fmla="val 20583395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弧 47">
            <a:extLst>
              <a:ext uri="{FF2B5EF4-FFF2-40B4-BE49-F238E27FC236}">
                <a16:creationId xmlns:a16="http://schemas.microsoft.com/office/drawing/2014/main" id="{6E6DD23F-B426-9D7E-C8D2-0FE1769C2218}"/>
              </a:ext>
            </a:extLst>
          </p:cNvPr>
          <p:cNvSpPr/>
          <p:nvPr/>
        </p:nvSpPr>
        <p:spPr>
          <a:xfrm rot="5400000" flipV="1">
            <a:off x="3012076" y="756288"/>
            <a:ext cx="6594511" cy="2750385"/>
          </a:xfrm>
          <a:prstGeom prst="arc">
            <a:avLst>
              <a:gd name="adj1" fmla="val 18748995"/>
              <a:gd name="adj2" fmla="val 21134635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弧 48">
            <a:extLst>
              <a:ext uri="{FF2B5EF4-FFF2-40B4-BE49-F238E27FC236}">
                <a16:creationId xmlns:a16="http://schemas.microsoft.com/office/drawing/2014/main" id="{0AA30988-525C-82CB-C7D4-C7CD932444D5}"/>
              </a:ext>
            </a:extLst>
          </p:cNvPr>
          <p:cNvSpPr/>
          <p:nvPr/>
        </p:nvSpPr>
        <p:spPr>
          <a:xfrm rot="5400000" flipV="1">
            <a:off x="3383327" y="491190"/>
            <a:ext cx="6033605" cy="2750387"/>
          </a:xfrm>
          <a:prstGeom prst="arc">
            <a:avLst>
              <a:gd name="adj1" fmla="val 19219920"/>
              <a:gd name="adj2" fmla="val 21591226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968B69E-35F4-8B4E-0262-2397C8A256AB}"/>
              </a:ext>
            </a:extLst>
          </p:cNvPr>
          <p:cNvSpPr txBox="1"/>
          <p:nvPr/>
        </p:nvSpPr>
        <p:spPr>
          <a:xfrm>
            <a:off x="2418456" y="2536051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励磁コイル→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A582DB2-A639-020E-690E-0E801CB72B5D}"/>
              </a:ext>
            </a:extLst>
          </p:cNvPr>
          <p:cNvSpPr txBox="1"/>
          <p:nvPr/>
        </p:nvSpPr>
        <p:spPr>
          <a:xfrm>
            <a:off x="2330665" y="341725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検出コイル→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5B029F-7E98-9B69-8EEC-5F49E187A10C}"/>
              </a:ext>
            </a:extLst>
          </p:cNvPr>
          <p:cNvSpPr txBox="1"/>
          <p:nvPr/>
        </p:nvSpPr>
        <p:spPr>
          <a:xfrm>
            <a:off x="1205608" y="547028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金属→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8820A16-F9AD-15B3-4419-B137A084D88B}"/>
              </a:ext>
            </a:extLst>
          </p:cNvPr>
          <p:cNvSpPr txBox="1"/>
          <p:nvPr/>
        </p:nvSpPr>
        <p:spPr>
          <a:xfrm>
            <a:off x="2689363" y="541881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渦電流→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AC3B332-516D-A9CF-2071-C41937C7780B}"/>
              </a:ext>
            </a:extLst>
          </p:cNvPr>
          <p:cNvSpPr txBox="1"/>
          <p:nvPr/>
        </p:nvSpPr>
        <p:spPr>
          <a:xfrm>
            <a:off x="-461514" y="4167305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励磁コイルから発生した一次磁界→</a:t>
            </a:r>
          </a:p>
        </p:txBody>
      </p:sp>
      <p:sp>
        <p:nvSpPr>
          <p:cNvPr id="55" name="平行四辺形 54">
            <a:extLst>
              <a:ext uri="{FF2B5EF4-FFF2-40B4-BE49-F238E27FC236}">
                <a16:creationId xmlns:a16="http://schemas.microsoft.com/office/drawing/2014/main" id="{4EC0265E-BB76-2ECB-AA59-93E2782CE587}"/>
              </a:ext>
            </a:extLst>
          </p:cNvPr>
          <p:cNvSpPr/>
          <p:nvPr/>
        </p:nvSpPr>
        <p:spPr>
          <a:xfrm>
            <a:off x="8769634" y="5072013"/>
            <a:ext cx="5623794" cy="1093719"/>
          </a:xfrm>
          <a:prstGeom prst="parallelogram">
            <a:avLst>
              <a:gd name="adj" fmla="val 87105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909D7A5C-DDE6-26EA-B37C-C9099F6027FC}"/>
              </a:ext>
            </a:extLst>
          </p:cNvPr>
          <p:cNvGrpSpPr/>
          <p:nvPr/>
        </p:nvGrpSpPr>
        <p:grpSpPr>
          <a:xfrm>
            <a:off x="10865305" y="3110870"/>
            <a:ext cx="1561764" cy="1044319"/>
            <a:chOff x="5256110" y="2542415"/>
            <a:chExt cx="1561764" cy="1215325"/>
          </a:xfrm>
        </p:grpSpPr>
        <p:sp>
          <p:nvSpPr>
            <p:cNvPr id="57" name="フローチャート: 磁気ディスク 56">
              <a:extLst>
                <a:ext uri="{FF2B5EF4-FFF2-40B4-BE49-F238E27FC236}">
                  <a16:creationId xmlns:a16="http://schemas.microsoft.com/office/drawing/2014/main" id="{05A641C1-951E-B931-711D-7DD179D9396B}"/>
                </a:ext>
              </a:extLst>
            </p:cNvPr>
            <p:cNvSpPr/>
            <p:nvPr/>
          </p:nvSpPr>
          <p:spPr>
            <a:xfrm>
              <a:off x="5256110" y="3381460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磁気ディスク 57">
              <a:extLst>
                <a:ext uri="{FF2B5EF4-FFF2-40B4-BE49-F238E27FC236}">
                  <a16:creationId xmlns:a16="http://schemas.microsoft.com/office/drawing/2014/main" id="{919ABBC3-7805-8CF4-BDAC-BCB37143EA5A}"/>
                </a:ext>
              </a:extLst>
            </p:cNvPr>
            <p:cNvSpPr/>
            <p:nvPr/>
          </p:nvSpPr>
          <p:spPr>
            <a:xfrm>
              <a:off x="5734216" y="2561888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磁気ディスク 58">
              <a:extLst>
                <a:ext uri="{FF2B5EF4-FFF2-40B4-BE49-F238E27FC236}">
                  <a16:creationId xmlns:a16="http://schemas.microsoft.com/office/drawing/2014/main" id="{31E884F7-FB6B-2885-5991-E80A5B3A2A14}"/>
                </a:ext>
              </a:extLst>
            </p:cNvPr>
            <p:cNvSpPr/>
            <p:nvPr/>
          </p:nvSpPr>
          <p:spPr>
            <a:xfrm>
              <a:off x="5345123" y="292678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フローチャート: 磁気ディスク 59">
              <a:extLst>
                <a:ext uri="{FF2B5EF4-FFF2-40B4-BE49-F238E27FC236}">
                  <a16:creationId xmlns:a16="http://schemas.microsoft.com/office/drawing/2014/main" id="{A0A7DD0F-E0FF-BD5C-A023-70AD47EAE11C}"/>
                </a:ext>
              </a:extLst>
            </p:cNvPr>
            <p:cNvSpPr/>
            <p:nvPr/>
          </p:nvSpPr>
          <p:spPr>
            <a:xfrm>
              <a:off x="5345124" y="2766716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フローチャート: 磁気ディスク 60">
              <a:extLst>
                <a:ext uri="{FF2B5EF4-FFF2-40B4-BE49-F238E27FC236}">
                  <a16:creationId xmlns:a16="http://schemas.microsoft.com/office/drawing/2014/main" id="{15DB3BBC-DE45-73A1-9708-7E135434C786}"/>
                </a:ext>
              </a:extLst>
            </p:cNvPr>
            <p:cNvSpPr/>
            <p:nvPr/>
          </p:nvSpPr>
          <p:spPr>
            <a:xfrm>
              <a:off x="5345123" y="2667590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フローチャート: 磁気ディスク 61">
              <a:extLst>
                <a:ext uri="{FF2B5EF4-FFF2-40B4-BE49-F238E27FC236}">
                  <a16:creationId xmlns:a16="http://schemas.microsoft.com/office/drawing/2014/main" id="{41D55978-682B-0DB8-379A-58ED9CA00BED}"/>
                </a:ext>
              </a:extLst>
            </p:cNvPr>
            <p:cNvSpPr/>
            <p:nvPr/>
          </p:nvSpPr>
          <p:spPr>
            <a:xfrm>
              <a:off x="5345123" y="254241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フローチャート: 磁気ディスク 62">
              <a:extLst>
                <a:ext uri="{FF2B5EF4-FFF2-40B4-BE49-F238E27FC236}">
                  <a16:creationId xmlns:a16="http://schemas.microsoft.com/office/drawing/2014/main" id="{58DA2BB4-E9C5-8291-327B-AFFF55CF5672}"/>
                </a:ext>
              </a:extLst>
            </p:cNvPr>
            <p:cNvSpPr/>
            <p:nvPr/>
          </p:nvSpPr>
          <p:spPr>
            <a:xfrm>
              <a:off x="5256111" y="2561887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A1A7D8A-3420-EB89-55EF-42D5C17FE5B8}"/>
              </a:ext>
            </a:extLst>
          </p:cNvPr>
          <p:cNvGrpSpPr/>
          <p:nvPr/>
        </p:nvGrpSpPr>
        <p:grpSpPr>
          <a:xfrm>
            <a:off x="10865305" y="2059915"/>
            <a:ext cx="1561764" cy="1215325"/>
            <a:chOff x="3310311" y="1314957"/>
            <a:chExt cx="1561764" cy="1215325"/>
          </a:xfrm>
        </p:grpSpPr>
        <p:sp>
          <p:nvSpPr>
            <p:cNvPr id="65" name="フローチャート: 磁気ディスク 64">
              <a:extLst>
                <a:ext uri="{FF2B5EF4-FFF2-40B4-BE49-F238E27FC236}">
                  <a16:creationId xmlns:a16="http://schemas.microsoft.com/office/drawing/2014/main" id="{5EB3F5B5-3AD8-2D23-0ED5-D642D4AC700C}"/>
                </a:ext>
              </a:extLst>
            </p:cNvPr>
            <p:cNvSpPr/>
            <p:nvPr/>
          </p:nvSpPr>
          <p:spPr>
            <a:xfrm>
              <a:off x="3310311" y="2154002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ローチャート: 磁気ディスク 65">
              <a:extLst>
                <a:ext uri="{FF2B5EF4-FFF2-40B4-BE49-F238E27FC236}">
                  <a16:creationId xmlns:a16="http://schemas.microsoft.com/office/drawing/2014/main" id="{BE4D83D8-B9A7-7746-D8B8-3BC4CCDACAF0}"/>
                </a:ext>
              </a:extLst>
            </p:cNvPr>
            <p:cNvSpPr/>
            <p:nvPr/>
          </p:nvSpPr>
          <p:spPr>
            <a:xfrm>
              <a:off x="3788417" y="1334430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ローチャート: 磁気ディスク 66">
              <a:extLst>
                <a:ext uri="{FF2B5EF4-FFF2-40B4-BE49-F238E27FC236}">
                  <a16:creationId xmlns:a16="http://schemas.microsoft.com/office/drawing/2014/main" id="{6D996C7C-EB8A-F47C-8206-4F7C643FBC94}"/>
                </a:ext>
              </a:extLst>
            </p:cNvPr>
            <p:cNvSpPr/>
            <p:nvPr/>
          </p:nvSpPr>
          <p:spPr>
            <a:xfrm>
              <a:off x="3399324" y="169932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フローチャート: 磁気ディスク 67">
              <a:extLst>
                <a:ext uri="{FF2B5EF4-FFF2-40B4-BE49-F238E27FC236}">
                  <a16:creationId xmlns:a16="http://schemas.microsoft.com/office/drawing/2014/main" id="{2C7D251B-5BF7-544D-886D-86CCB9675534}"/>
                </a:ext>
              </a:extLst>
            </p:cNvPr>
            <p:cNvSpPr/>
            <p:nvPr/>
          </p:nvSpPr>
          <p:spPr>
            <a:xfrm>
              <a:off x="3399325" y="1539258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フローチャート: 磁気ディスク 68">
              <a:extLst>
                <a:ext uri="{FF2B5EF4-FFF2-40B4-BE49-F238E27FC236}">
                  <a16:creationId xmlns:a16="http://schemas.microsoft.com/office/drawing/2014/main" id="{C768E38F-28FB-7EBF-FFF7-8A7F1FBCB605}"/>
                </a:ext>
              </a:extLst>
            </p:cNvPr>
            <p:cNvSpPr/>
            <p:nvPr/>
          </p:nvSpPr>
          <p:spPr>
            <a:xfrm>
              <a:off x="3399324" y="1440132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ローチャート: 磁気ディスク 69">
              <a:extLst>
                <a:ext uri="{FF2B5EF4-FFF2-40B4-BE49-F238E27FC236}">
                  <a16:creationId xmlns:a16="http://schemas.microsoft.com/office/drawing/2014/main" id="{F005EB9B-E33F-B917-7258-1439C01EFC3A}"/>
                </a:ext>
              </a:extLst>
            </p:cNvPr>
            <p:cNvSpPr/>
            <p:nvPr/>
          </p:nvSpPr>
          <p:spPr>
            <a:xfrm>
              <a:off x="3399324" y="131495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フローチャート: 磁気ディスク 70">
              <a:extLst>
                <a:ext uri="{FF2B5EF4-FFF2-40B4-BE49-F238E27FC236}">
                  <a16:creationId xmlns:a16="http://schemas.microsoft.com/office/drawing/2014/main" id="{3F7ED84F-63AC-4B05-C83F-973E946E70A7}"/>
                </a:ext>
              </a:extLst>
            </p:cNvPr>
            <p:cNvSpPr/>
            <p:nvPr/>
          </p:nvSpPr>
          <p:spPr>
            <a:xfrm>
              <a:off x="3310312" y="1334429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2" name="楕円 71">
            <a:extLst>
              <a:ext uri="{FF2B5EF4-FFF2-40B4-BE49-F238E27FC236}">
                <a16:creationId xmlns:a16="http://schemas.microsoft.com/office/drawing/2014/main" id="{C6C8E515-685A-ADDE-C450-A94B1F78A9A4}"/>
              </a:ext>
            </a:extLst>
          </p:cNvPr>
          <p:cNvSpPr/>
          <p:nvPr/>
        </p:nvSpPr>
        <p:spPr>
          <a:xfrm>
            <a:off x="11321323" y="1269374"/>
            <a:ext cx="659666" cy="62320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</a:rPr>
              <a:t>～</a:t>
            </a:r>
          </a:p>
        </p:txBody>
      </p:sp>
      <p:cxnSp>
        <p:nvCxnSpPr>
          <p:cNvPr id="73" name="コネクタ: カギ線 72">
            <a:extLst>
              <a:ext uri="{FF2B5EF4-FFF2-40B4-BE49-F238E27FC236}">
                <a16:creationId xmlns:a16="http://schemas.microsoft.com/office/drawing/2014/main" id="{EFC3C348-D142-75E1-DF3A-C70B15D36187}"/>
              </a:ext>
            </a:extLst>
          </p:cNvPr>
          <p:cNvCxnSpPr>
            <a:stCxn id="71" idx="2"/>
            <a:endCxn id="72" idx="2"/>
          </p:cNvCxnSpPr>
          <p:nvPr/>
        </p:nvCxnSpPr>
        <p:spPr>
          <a:xfrm rot="10800000" flipH="1">
            <a:off x="10865305" y="1580977"/>
            <a:ext cx="456017" cy="686550"/>
          </a:xfrm>
          <a:prstGeom prst="bentConnector3">
            <a:avLst>
              <a:gd name="adj1" fmla="val -5013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49C5556A-6D24-7971-F046-0C6F4F26837A}"/>
              </a:ext>
            </a:extLst>
          </p:cNvPr>
          <p:cNvCxnSpPr>
            <a:stCxn id="71" idx="4"/>
            <a:endCxn id="72" idx="6"/>
          </p:cNvCxnSpPr>
          <p:nvPr/>
        </p:nvCxnSpPr>
        <p:spPr>
          <a:xfrm flipH="1" flipV="1">
            <a:off x="11980989" y="1580977"/>
            <a:ext cx="446080" cy="686550"/>
          </a:xfrm>
          <a:prstGeom prst="bentConnector3">
            <a:avLst>
              <a:gd name="adj1" fmla="val -5124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楕円 74">
            <a:extLst>
              <a:ext uri="{FF2B5EF4-FFF2-40B4-BE49-F238E27FC236}">
                <a16:creationId xmlns:a16="http://schemas.microsoft.com/office/drawing/2014/main" id="{6CDEAF2E-8980-4E47-0670-6F5484BEEFAB}"/>
              </a:ext>
            </a:extLst>
          </p:cNvPr>
          <p:cNvSpPr/>
          <p:nvPr/>
        </p:nvSpPr>
        <p:spPr>
          <a:xfrm>
            <a:off x="10865305" y="5310909"/>
            <a:ext cx="1561763" cy="5806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E0AA362-F7BE-69ED-54D4-BDDF6EE368A2}"/>
              </a:ext>
            </a:extLst>
          </p:cNvPr>
          <p:cNvSpPr/>
          <p:nvPr/>
        </p:nvSpPr>
        <p:spPr>
          <a:xfrm>
            <a:off x="10686656" y="5182648"/>
            <a:ext cx="1919060" cy="83719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3BEAA7B5-C7ED-B9DD-A74B-42E624A5366E}"/>
              </a:ext>
            </a:extLst>
          </p:cNvPr>
          <p:cNvSpPr/>
          <p:nvPr/>
        </p:nvSpPr>
        <p:spPr>
          <a:xfrm>
            <a:off x="11093313" y="5387187"/>
            <a:ext cx="1141933" cy="40287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1AB1B017-FF4C-5359-5D4B-4A9E35165049}"/>
              </a:ext>
            </a:extLst>
          </p:cNvPr>
          <p:cNvSpPr/>
          <p:nvPr/>
        </p:nvSpPr>
        <p:spPr>
          <a:xfrm>
            <a:off x="11245714" y="5470286"/>
            <a:ext cx="850950" cy="23667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7FE4BFB-6FF7-8C2B-6449-2326327B4E2F}"/>
              </a:ext>
            </a:extLst>
          </p:cNvPr>
          <p:cNvSpPr txBox="1"/>
          <p:nvPr/>
        </p:nvSpPr>
        <p:spPr>
          <a:xfrm>
            <a:off x="9267353" y="247588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励磁コイル→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2A361BA-CD92-5B8D-B57F-C70B2D21D242}"/>
              </a:ext>
            </a:extLst>
          </p:cNvPr>
          <p:cNvSpPr txBox="1"/>
          <p:nvPr/>
        </p:nvSpPr>
        <p:spPr>
          <a:xfrm>
            <a:off x="9168843" y="3430421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検出コイル→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44127FF7-C09D-A306-74B8-2803C59FEAEB}"/>
              </a:ext>
            </a:extLst>
          </p:cNvPr>
          <p:cNvSpPr txBox="1"/>
          <p:nvPr/>
        </p:nvSpPr>
        <p:spPr>
          <a:xfrm>
            <a:off x="8217279" y="543010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金属→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7132DF51-F713-5437-E3FC-A1E753C4438B}"/>
              </a:ext>
            </a:extLst>
          </p:cNvPr>
          <p:cNvSpPr txBox="1"/>
          <p:nvPr/>
        </p:nvSpPr>
        <p:spPr>
          <a:xfrm>
            <a:off x="9408967" y="537193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渦電流→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090ACB2E-C065-1CC0-4DB1-0651F62D7DA8}"/>
              </a:ext>
            </a:extLst>
          </p:cNvPr>
          <p:cNvSpPr txBox="1"/>
          <p:nvPr/>
        </p:nvSpPr>
        <p:spPr>
          <a:xfrm>
            <a:off x="12204029" y="4345398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←渦</a:t>
            </a:r>
            <a:r>
              <a:rPr kumimoji="1" lang="ja-JP" altLang="en-US" sz="2000" dirty="0"/>
              <a:t>電流から発生した</a:t>
            </a:r>
            <a:r>
              <a:rPr kumimoji="1" lang="ja-JP" altLang="en-US" sz="2000"/>
              <a:t>二次磁界</a:t>
            </a:r>
            <a:endParaRPr kumimoji="1" lang="ja-JP" altLang="en-US" sz="2000" dirty="0"/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79F0FAD0-E239-17C0-4E7C-0B6CE7986071}"/>
              </a:ext>
            </a:extLst>
          </p:cNvPr>
          <p:cNvSpPr/>
          <p:nvPr/>
        </p:nvSpPr>
        <p:spPr>
          <a:xfrm>
            <a:off x="4493654" y="551755"/>
            <a:ext cx="659666" cy="62320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</a:rPr>
              <a:t>V</a:t>
            </a:r>
            <a:endParaRPr kumimoji="1" lang="ja-JP" altLang="en-US" sz="3600" dirty="0">
              <a:solidFill>
                <a:schemeClr val="tx1"/>
              </a:solidFill>
            </a:endParaRPr>
          </a:p>
        </p:txBody>
      </p: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60F2A504-E654-E0C6-511A-CA9E74C66FC1}"/>
              </a:ext>
            </a:extLst>
          </p:cNvPr>
          <p:cNvCxnSpPr>
            <a:stCxn id="18" idx="2"/>
            <a:endCxn id="84" idx="2"/>
          </p:cNvCxnSpPr>
          <p:nvPr/>
        </p:nvCxnSpPr>
        <p:spPr>
          <a:xfrm rot="10800000" flipH="1">
            <a:off x="4042606" y="863359"/>
            <a:ext cx="451047" cy="2425911"/>
          </a:xfrm>
          <a:prstGeom prst="bentConnector3">
            <a:avLst>
              <a:gd name="adj1" fmla="val -36692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カギ線 88">
            <a:extLst>
              <a:ext uri="{FF2B5EF4-FFF2-40B4-BE49-F238E27FC236}">
                <a16:creationId xmlns:a16="http://schemas.microsoft.com/office/drawing/2014/main" id="{2671C9E1-B001-7E6A-D77C-678B53E9E2B5}"/>
              </a:ext>
            </a:extLst>
          </p:cNvPr>
          <p:cNvCxnSpPr>
            <a:stCxn id="84" idx="6"/>
            <a:endCxn id="18" idx="4"/>
          </p:cNvCxnSpPr>
          <p:nvPr/>
        </p:nvCxnSpPr>
        <p:spPr>
          <a:xfrm>
            <a:off x="5153320" y="863358"/>
            <a:ext cx="451050" cy="2425911"/>
          </a:xfrm>
          <a:prstGeom prst="bentConnector3">
            <a:avLst>
              <a:gd name="adj1" fmla="val 420985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楕円 90">
            <a:extLst>
              <a:ext uri="{FF2B5EF4-FFF2-40B4-BE49-F238E27FC236}">
                <a16:creationId xmlns:a16="http://schemas.microsoft.com/office/drawing/2014/main" id="{0FADB7EF-60BD-3AB7-EB5F-B2462A8AC548}"/>
              </a:ext>
            </a:extLst>
          </p:cNvPr>
          <p:cNvSpPr/>
          <p:nvPr/>
        </p:nvSpPr>
        <p:spPr>
          <a:xfrm>
            <a:off x="11289298" y="554828"/>
            <a:ext cx="659666" cy="6232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rgbClr val="FF0000"/>
                </a:solidFill>
              </a:rPr>
              <a:t>V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cxnSp>
        <p:nvCxnSpPr>
          <p:cNvPr id="92" name="コネクタ: カギ線 91">
            <a:extLst>
              <a:ext uri="{FF2B5EF4-FFF2-40B4-BE49-F238E27FC236}">
                <a16:creationId xmlns:a16="http://schemas.microsoft.com/office/drawing/2014/main" id="{AE18C6D3-C0A4-2794-BC13-7553C2BBC361}"/>
              </a:ext>
            </a:extLst>
          </p:cNvPr>
          <p:cNvCxnSpPr>
            <a:endCxn id="91" idx="2"/>
          </p:cNvCxnSpPr>
          <p:nvPr/>
        </p:nvCxnSpPr>
        <p:spPr>
          <a:xfrm rot="10800000" flipH="1">
            <a:off x="10838250" y="866432"/>
            <a:ext cx="451047" cy="2425911"/>
          </a:xfrm>
          <a:prstGeom prst="bentConnector3">
            <a:avLst>
              <a:gd name="adj1" fmla="val -389809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コネクタ: カギ線 92">
            <a:extLst>
              <a:ext uri="{FF2B5EF4-FFF2-40B4-BE49-F238E27FC236}">
                <a16:creationId xmlns:a16="http://schemas.microsoft.com/office/drawing/2014/main" id="{D7E8DBC5-B88D-889B-1FAE-5A80BDD04225}"/>
              </a:ext>
            </a:extLst>
          </p:cNvPr>
          <p:cNvCxnSpPr>
            <a:stCxn id="91" idx="6"/>
          </p:cNvCxnSpPr>
          <p:nvPr/>
        </p:nvCxnSpPr>
        <p:spPr>
          <a:xfrm>
            <a:off x="11948964" y="866431"/>
            <a:ext cx="451050" cy="2425911"/>
          </a:xfrm>
          <a:prstGeom prst="bentConnector3">
            <a:avLst>
              <a:gd name="adj1" fmla="val 420985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円弧 93">
            <a:extLst>
              <a:ext uri="{FF2B5EF4-FFF2-40B4-BE49-F238E27FC236}">
                <a16:creationId xmlns:a16="http://schemas.microsoft.com/office/drawing/2014/main" id="{94A8EF5D-F586-8022-C8DE-6019D2429D8F}"/>
              </a:ext>
            </a:extLst>
          </p:cNvPr>
          <p:cNvSpPr/>
          <p:nvPr/>
        </p:nvSpPr>
        <p:spPr>
          <a:xfrm rot="5400000" flipH="1">
            <a:off x="6023801" y="4346375"/>
            <a:ext cx="8569688" cy="2639341"/>
          </a:xfrm>
          <a:prstGeom prst="arc">
            <a:avLst>
              <a:gd name="adj1" fmla="val 16458379"/>
              <a:gd name="adj2" fmla="val 2044166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円弧 94">
            <a:extLst>
              <a:ext uri="{FF2B5EF4-FFF2-40B4-BE49-F238E27FC236}">
                <a16:creationId xmlns:a16="http://schemas.microsoft.com/office/drawing/2014/main" id="{72A4B06F-03B3-D7DB-C55B-6468445517CD}"/>
              </a:ext>
            </a:extLst>
          </p:cNvPr>
          <p:cNvSpPr/>
          <p:nvPr/>
        </p:nvSpPr>
        <p:spPr>
          <a:xfrm rot="5400000" flipH="1" flipV="1">
            <a:off x="8672297" y="4346375"/>
            <a:ext cx="8715574" cy="2639339"/>
          </a:xfrm>
          <a:prstGeom prst="arc">
            <a:avLst>
              <a:gd name="adj1" fmla="val 16458379"/>
              <a:gd name="adj2" fmla="val 2042064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円弧 95">
            <a:extLst>
              <a:ext uri="{FF2B5EF4-FFF2-40B4-BE49-F238E27FC236}">
                <a16:creationId xmlns:a16="http://schemas.microsoft.com/office/drawing/2014/main" id="{83EE198A-E81C-1130-C042-FC839FA4D2E2}"/>
              </a:ext>
            </a:extLst>
          </p:cNvPr>
          <p:cNvSpPr/>
          <p:nvPr/>
        </p:nvSpPr>
        <p:spPr>
          <a:xfrm rot="5400000" flipH="1" flipV="1">
            <a:off x="9988645" y="4340127"/>
            <a:ext cx="6196856" cy="2639339"/>
          </a:xfrm>
          <a:prstGeom prst="arc">
            <a:avLst>
              <a:gd name="adj1" fmla="val 16458379"/>
              <a:gd name="adj2" fmla="val 2086152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円弧 96">
            <a:extLst>
              <a:ext uri="{FF2B5EF4-FFF2-40B4-BE49-F238E27FC236}">
                <a16:creationId xmlns:a16="http://schemas.microsoft.com/office/drawing/2014/main" id="{9C449855-D6D1-9807-F152-B85B9E8C0EAF}"/>
              </a:ext>
            </a:extLst>
          </p:cNvPr>
          <p:cNvSpPr/>
          <p:nvPr/>
        </p:nvSpPr>
        <p:spPr>
          <a:xfrm rot="5400000" flipH="1" flipV="1">
            <a:off x="10530247" y="4334527"/>
            <a:ext cx="5278845" cy="2639339"/>
          </a:xfrm>
          <a:prstGeom prst="arc">
            <a:avLst>
              <a:gd name="adj1" fmla="val 16458379"/>
              <a:gd name="adj2" fmla="val 2142761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円弧 97">
            <a:extLst>
              <a:ext uri="{FF2B5EF4-FFF2-40B4-BE49-F238E27FC236}">
                <a16:creationId xmlns:a16="http://schemas.microsoft.com/office/drawing/2014/main" id="{292A39C8-3ED6-D4E3-F0C8-58B90D0E5D5C}"/>
              </a:ext>
            </a:extLst>
          </p:cNvPr>
          <p:cNvSpPr/>
          <p:nvPr/>
        </p:nvSpPr>
        <p:spPr>
          <a:xfrm rot="5400000" flipH="1">
            <a:off x="7719847" y="4560756"/>
            <a:ext cx="5278845" cy="2210575"/>
          </a:xfrm>
          <a:prstGeom prst="arc">
            <a:avLst>
              <a:gd name="adj1" fmla="val 16458379"/>
              <a:gd name="adj2" fmla="val 2142761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円弧 99">
            <a:extLst>
              <a:ext uri="{FF2B5EF4-FFF2-40B4-BE49-F238E27FC236}">
                <a16:creationId xmlns:a16="http://schemas.microsoft.com/office/drawing/2014/main" id="{F84F2D66-CE58-D07D-A805-10DCE51A2AC0}"/>
              </a:ext>
            </a:extLst>
          </p:cNvPr>
          <p:cNvSpPr/>
          <p:nvPr/>
        </p:nvSpPr>
        <p:spPr>
          <a:xfrm rot="5400000" flipH="1">
            <a:off x="7270566" y="4478951"/>
            <a:ext cx="6196856" cy="2374183"/>
          </a:xfrm>
          <a:prstGeom prst="arc">
            <a:avLst>
              <a:gd name="adj1" fmla="val 16458379"/>
              <a:gd name="adj2" fmla="val 2086152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矢印: 右 100">
            <a:extLst>
              <a:ext uri="{FF2B5EF4-FFF2-40B4-BE49-F238E27FC236}">
                <a16:creationId xmlns:a16="http://schemas.microsoft.com/office/drawing/2014/main" id="{2E924EFC-0397-2D96-C1A2-2CE2299E7078}"/>
              </a:ext>
            </a:extLst>
          </p:cNvPr>
          <p:cNvSpPr/>
          <p:nvPr/>
        </p:nvSpPr>
        <p:spPr>
          <a:xfrm>
            <a:off x="7650690" y="3329686"/>
            <a:ext cx="1180365" cy="57429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72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114F-AFC9-B391-9CE7-077D1346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平行四辺形 54">
            <a:extLst>
              <a:ext uri="{FF2B5EF4-FFF2-40B4-BE49-F238E27FC236}">
                <a16:creationId xmlns:a16="http://schemas.microsoft.com/office/drawing/2014/main" id="{3D2C14EF-4A5F-DD6C-B755-CC4A23B897E8}"/>
              </a:ext>
            </a:extLst>
          </p:cNvPr>
          <p:cNvSpPr/>
          <p:nvPr/>
        </p:nvSpPr>
        <p:spPr>
          <a:xfrm>
            <a:off x="8769634" y="5072013"/>
            <a:ext cx="5623794" cy="1093719"/>
          </a:xfrm>
          <a:prstGeom prst="parallelogram">
            <a:avLst>
              <a:gd name="adj" fmla="val 87105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5FBD177A-EA46-B723-3B7B-3C36B021E98C}"/>
              </a:ext>
            </a:extLst>
          </p:cNvPr>
          <p:cNvGrpSpPr/>
          <p:nvPr/>
        </p:nvGrpSpPr>
        <p:grpSpPr>
          <a:xfrm>
            <a:off x="10865305" y="3110870"/>
            <a:ext cx="1561764" cy="1044319"/>
            <a:chOff x="5256110" y="2542415"/>
            <a:chExt cx="1561764" cy="1215325"/>
          </a:xfrm>
        </p:grpSpPr>
        <p:sp>
          <p:nvSpPr>
            <p:cNvPr id="57" name="フローチャート: 磁気ディスク 56">
              <a:extLst>
                <a:ext uri="{FF2B5EF4-FFF2-40B4-BE49-F238E27FC236}">
                  <a16:creationId xmlns:a16="http://schemas.microsoft.com/office/drawing/2014/main" id="{8A8A65AE-15F4-815D-9A11-EEE1F6359D60}"/>
                </a:ext>
              </a:extLst>
            </p:cNvPr>
            <p:cNvSpPr/>
            <p:nvPr/>
          </p:nvSpPr>
          <p:spPr>
            <a:xfrm>
              <a:off x="5256110" y="3381460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磁気ディスク 57">
              <a:extLst>
                <a:ext uri="{FF2B5EF4-FFF2-40B4-BE49-F238E27FC236}">
                  <a16:creationId xmlns:a16="http://schemas.microsoft.com/office/drawing/2014/main" id="{2AF5CEF9-E1EE-61DC-94DD-CC0FB95A248F}"/>
                </a:ext>
              </a:extLst>
            </p:cNvPr>
            <p:cNvSpPr/>
            <p:nvPr/>
          </p:nvSpPr>
          <p:spPr>
            <a:xfrm>
              <a:off x="5734216" y="2561888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磁気ディスク 58">
              <a:extLst>
                <a:ext uri="{FF2B5EF4-FFF2-40B4-BE49-F238E27FC236}">
                  <a16:creationId xmlns:a16="http://schemas.microsoft.com/office/drawing/2014/main" id="{46194E24-27B6-A942-DE58-242FF31A114C}"/>
                </a:ext>
              </a:extLst>
            </p:cNvPr>
            <p:cNvSpPr/>
            <p:nvPr/>
          </p:nvSpPr>
          <p:spPr>
            <a:xfrm>
              <a:off x="5345123" y="292678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フローチャート: 磁気ディスク 59">
              <a:extLst>
                <a:ext uri="{FF2B5EF4-FFF2-40B4-BE49-F238E27FC236}">
                  <a16:creationId xmlns:a16="http://schemas.microsoft.com/office/drawing/2014/main" id="{8A47E942-04E1-907E-1EEA-BB20CA6FEF5E}"/>
                </a:ext>
              </a:extLst>
            </p:cNvPr>
            <p:cNvSpPr/>
            <p:nvPr/>
          </p:nvSpPr>
          <p:spPr>
            <a:xfrm>
              <a:off x="5345124" y="2766716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フローチャート: 磁気ディスク 60">
              <a:extLst>
                <a:ext uri="{FF2B5EF4-FFF2-40B4-BE49-F238E27FC236}">
                  <a16:creationId xmlns:a16="http://schemas.microsoft.com/office/drawing/2014/main" id="{59F68CE8-2DE3-8BA9-A18F-3E3BA642FCCB}"/>
                </a:ext>
              </a:extLst>
            </p:cNvPr>
            <p:cNvSpPr/>
            <p:nvPr/>
          </p:nvSpPr>
          <p:spPr>
            <a:xfrm>
              <a:off x="5345123" y="2667590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フローチャート: 磁気ディスク 61">
              <a:extLst>
                <a:ext uri="{FF2B5EF4-FFF2-40B4-BE49-F238E27FC236}">
                  <a16:creationId xmlns:a16="http://schemas.microsoft.com/office/drawing/2014/main" id="{F52D0CC8-7CCA-E04C-7257-6222E78D4417}"/>
                </a:ext>
              </a:extLst>
            </p:cNvPr>
            <p:cNvSpPr/>
            <p:nvPr/>
          </p:nvSpPr>
          <p:spPr>
            <a:xfrm>
              <a:off x="5345123" y="2542415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フローチャート: 磁気ディスク 62">
              <a:extLst>
                <a:ext uri="{FF2B5EF4-FFF2-40B4-BE49-F238E27FC236}">
                  <a16:creationId xmlns:a16="http://schemas.microsoft.com/office/drawing/2014/main" id="{B3673A76-DCA2-E45A-FF31-19E6989285BB}"/>
                </a:ext>
              </a:extLst>
            </p:cNvPr>
            <p:cNvSpPr/>
            <p:nvPr/>
          </p:nvSpPr>
          <p:spPr>
            <a:xfrm>
              <a:off x="5256111" y="2561887"/>
              <a:ext cx="1561763" cy="376280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CE1CE5EA-5A71-41F8-FD20-EBB024B38ACC}"/>
              </a:ext>
            </a:extLst>
          </p:cNvPr>
          <p:cNvGrpSpPr/>
          <p:nvPr/>
        </p:nvGrpSpPr>
        <p:grpSpPr>
          <a:xfrm>
            <a:off x="10865305" y="2059915"/>
            <a:ext cx="1561764" cy="1215325"/>
            <a:chOff x="3310311" y="1314957"/>
            <a:chExt cx="1561764" cy="1215325"/>
          </a:xfrm>
        </p:grpSpPr>
        <p:sp>
          <p:nvSpPr>
            <p:cNvPr id="65" name="フローチャート: 磁気ディスク 64">
              <a:extLst>
                <a:ext uri="{FF2B5EF4-FFF2-40B4-BE49-F238E27FC236}">
                  <a16:creationId xmlns:a16="http://schemas.microsoft.com/office/drawing/2014/main" id="{242C5947-E5A7-0896-1D39-244A6D610ED7}"/>
                </a:ext>
              </a:extLst>
            </p:cNvPr>
            <p:cNvSpPr/>
            <p:nvPr/>
          </p:nvSpPr>
          <p:spPr>
            <a:xfrm>
              <a:off x="3310311" y="2154002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ローチャート: 磁気ディスク 65">
              <a:extLst>
                <a:ext uri="{FF2B5EF4-FFF2-40B4-BE49-F238E27FC236}">
                  <a16:creationId xmlns:a16="http://schemas.microsoft.com/office/drawing/2014/main" id="{F1318FE4-10DD-7EBD-4152-ECD6677B96D5}"/>
                </a:ext>
              </a:extLst>
            </p:cNvPr>
            <p:cNvSpPr/>
            <p:nvPr/>
          </p:nvSpPr>
          <p:spPr>
            <a:xfrm>
              <a:off x="3788417" y="1334430"/>
              <a:ext cx="605553" cy="946768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ローチャート: 磁気ディスク 66">
              <a:extLst>
                <a:ext uri="{FF2B5EF4-FFF2-40B4-BE49-F238E27FC236}">
                  <a16:creationId xmlns:a16="http://schemas.microsoft.com/office/drawing/2014/main" id="{3F7FA22C-CF85-D7CB-8370-760E7A339196}"/>
                </a:ext>
              </a:extLst>
            </p:cNvPr>
            <p:cNvSpPr/>
            <p:nvPr/>
          </p:nvSpPr>
          <p:spPr>
            <a:xfrm>
              <a:off x="3399324" y="169932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フローチャート: 磁気ディスク 67">
              <a:extLst>
                <a:ext uri="{FF2B5EF4-FFF2-40B4-BE49-F238E27FC236}">
                  <a16:creationId xmlns:a16="http://schemas.microsoft.com/office/drawing/2014/main" id="{2F763A89-63D4-B9A9-7FA0-4F8AE98FAA24}"/>
                </a:ext>
              </a:extLst>
            </p:cNvPr>
            <p:cNvSpPr/>
            <p:nvPr/>
          </p:nvSpPr>
          <p:spPr>
            <a:xfrm>
              <a:off x="3399325" y="1539258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フローチャート: 磁気ディスク 68">
              <a:extLst>
                <a:ext uri="{FF2B5EF4-FFF2-40B4-BE49-F238E27FC236}">
                  <a16:creationId xmlns:a16="http://schemas.microsoft.com/office/drawing/2014/main" id="{7D0904A1-7B1B-C75E-2862-8BDB2D03FC56}"/>
                </a:ext>
              </a:extLst>
            </p:cNvPr>
            <p:cNvSpPr/>
            <p:nvPr/>
          </p:nvSpPr>
          <p:spPr>
            <a:xfrm>
              <a:off x="3399324" y="1440132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ローチャート: 磁気ディスク 69">
              <a:extLst>
                <a:ext uri="{FF2B5EF4-FFF2-40B4-BE49-F238E27FC236}">
                  <a16:creationId xmlns:a16="http://schemas.microsoft.com/office/drawing/2014/main" id="{B3255782-964E-D229-16CD-27DADEE966D2}"/>
                </a:ext>
              </a:extLst>
            </p:cNvPr>
            <p:cNvSpPr/>
            <p:nvPr/>
          </p:nvSpPr>
          <p:spPr>
            <a:xfrm>
              <a:off x="3399324" y="1314957"/>
              <a:ext cx="1383738" cy="570489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フローチャート: 磁気ディスク 70">
              <a:extLst>
                <a:ext uri="{FF2B5EF4-FFF2-40B4-BE49-F238E27FC236}">
                  <a16:creationId xmlns:a16="http://schemas.microsoft.com/office/drawing/2014/main" id="{5EAC792D-598B-2E22-4ADE-DC4470D36DC5}"/>
                </a:ext>
              </a:extLst>
            </p:cNvPr>
            <p:cNvSpPr/>
            <p:nvPr/>
          </p:nvSpPr>
          <p:spPr>
            <a:xfrm>
              <a:off x="3310312" y="1334429"/>
              <a:ext cx="1561763" cy="376280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2" name="楕円 71">
            <a:extLst>
              <a:ext uri="{FF2B5EF4-FFF2-40B4-BE49-F238E27FC236}">
                <a16:creationId xmlns:a16="http://schemas.microsoft.com/office/drawing/2014/main" id="{2780C4FF-48F0-49C9-9EF7-85307B7C888C}"/>
              </a:ext>
            </a:extLst>
          </p:cNvPr>
          <p:cNvSpPr/>
          <p:nvPr/>
        </p:nvSpPr>
        <p:spPr>
          <a:xfrm>
            <a:off x="11321323" y="1269374"/>
            <a:ext cx="659666" cy="62320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</a:rPr>
              <a:t>～</a:t>
            </a:r>
          </a:p>
        </p:txBody>
      </p:sp>
      <p:cxnSp>
        <p:nvCxnSpPr>
          <p:cNvPr id="73" name="コネクタ: カギ線 72">
            <a:extLst>
              <a:ext uri="{FF2B5EF4-FFF2-40B4-BE49-F238E27FC236}">
                <a16:creationId xmlns:a16="http://schemas.microsoft.com/office/drawing/2014/main" id="{6076FFD2-9395-F287-9554-A043A7C51DC3}"/>
              </a:ext>
            </a:extLst>
          </p:cNvPr>
          <p:cNvCxnSpPr>
            <a:stCxn id="71" idx="2"/>
            <a:endCxn id="72" idx="2"/>
          </p:cNvCxnSpPr>
          <p:nvPr/>
        </p:nvCxnSpPr>
        <p:spPr>
          <a:xfrm rot="10800000" flipH="1">
            <a:off x="10865305" y="1580977"/>
            <a:ext cx="456017" cy="686550"/>
          </a:xfrm>
          <a:prstGeom prst="bentConnector3">
            <a:avLst>
              <a:gd name="adj1" fmla="val -5013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B1CA1B96-AD10-8D06-0F0E-113831CCB624}"/>
              </a:ext>
            </a:extLst>
          </p:cNvPr>
          <p:cNvCxnSpPr>
            <a:stCxn id="71" idx="4"/>
            <a:endCxn id="72" idx="6"/>
          </p:cNvCxnSpPr>
          <p:nvPr/>
        </p:nvCxnSpPr>
        <p:spPr>
          <a:xfrm flipH="1" flipV="1">
            <a:off x="11980989" y="1580977"/>
            <a:ext cx="446080" cy="686550"/>
          </a:xfrm>
          <a:prstGeom prst="bentConnector3">
            <a:avLst>
              <a:gd name="adj1" fmla="val -5124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楕円 74">
            <a:extLst>
              <a:ext uri="{FF2B5EF4-FFF2-40B4-BE49-F238E27FC236}">
                <a16:creationId xmlns:a16="http://schemas.microsoft.com/office/drawing/2014/main" id="{31F03499-5A32-089B-C5FE-EA0188B01A56}"/>
              </a:ext>
            </a:extLst>
          </p:cNvPr>
          <p:cNvSpPr/>
          <p:nvPr/>
        </p:nvSpPr>
        <p:spPr>
          <a:xfrm>
            <a:off x="10865305" y="5310909"/>
            <a:ext cx="1561763" cy="5806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DA66203D-19F8-18E1-D1D8-54300BC8CFED}"/>
              </a:ext>
            </a:extLst>
          </p:cNvPr>
          <p:cNvSpPr/>
          <p:nvPr/>
        </p:nvSpPr>
        <p:spPr>
          <a:xfrm>
            <a:off x="10686656" y="5182648"/>
            <a:ext cx="1919060" cy="83719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8BDE7AFF-CEBB-43E1-D832-33471C8142C4}"/>
              </a:ext>
            </a:extLst>
          </p:cNvPr>
          <p:cNvSpPr/>
          <p:nvPr/>
        </p:nvSpPr>
        <p:spPr>
          <a:xfrm>
            <a:off x="11093313" y="5387187"/>
            <a:ext cx="1141933" cy="40287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B02EFDE1-AC7A-B7A5-3C6F-718F6750FFE3}"/>
              </a:ext>
            </a:extLst>
          </p:cNvPr>
          <p:cNvSpPr/>
          <p:nvPr/>
        </p:nvSpPr>
        <p:spPr>
          <a:xfrm>
            <a:off x="11245714" y="5470286"/>
            <a:ext cx="850950" cy="23667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AB58B57A-5CAA-342B-3D04-5C24E268DC11}"/>
              </a:ext>
            </a:extLst>
          </p:cNvPr>
          <p:cNvSpPr txBox="1"/>
          <p:nvPr/>
        </p:nvSpPr>
        <p:spPr>
          <a:xfrm>
            <a:off x="8108757" y="341626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検出コイル→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56154D9-AEB7-8D2C-2784-92D59B2EFB6C}"/>
              </a:ext>
            </a:extLst>
          </p:cNvPr>
          <p:cNvSpPr txBox="1"/>
          <p:nvPr/>
        </p:nvSpPr>
        <p:spPr>
          <a:xfrm>
            <a:off x="7705026" y="517789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金属→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1206DF47-6085-4146-27C2-732B41B90AA8}"/>
              </a:ext>
            </a:extLst>
          </p:cNvPr>
          <p:cNvSpPr txBox="1"/>
          <p:nvPr/>
        </p:nvSpPr>
        <p:spPr>
          <a:xfrm>
            <a:off x="9130344" y="54615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渦電流→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6516F627-122B-33A3-9E5F-05575635B8B0}"/>
              </a:ext>
            </a:extLst>
          </p:cNvPr>
          <p:cNvSpPr txBox="1"/>
          <p:nvPr/>
        </p:nvSpPr>
        <p:spPr>
          <a:xfrm>
            <a:off x="11980989" y="4076744"/>
            <a:ext cx="42883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←渦</a:t>
            </a:r>
            <a:r>
              <a:rPr kumimoji="1" lang="ja-JP" altLang="en-US" sz="3200" dirty="0"/>
              <a:t>電流から</a:t>
            </a:r>
            <a:r>
              <a:rPr kumimoji="1" lang="ja-JP" altLang="en-US" sz="3200"/>
              <a:t>発生した</a:t>
            </a:r>
            <a:endParaRPr kumimoji="1" lang="en-US" altLang="ja-JP" sz="3200" dirty="0"/>
          </a:p>
          <a:p>
            <a:pPr algn="ctr"/>
            <a:r>
              <a:rPr kumimoji="1" lang="ja-JP" altLang="en-US" sz="3200"/>
              <a:t>二次磁界</a:t>
            </a:r>
            <a:endParaRPr kumimoji="1" lang="ja-JP" altLang="en-US" sz="3200" dirty="0"/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DD541133-BB7D-4FD5-40F6-C619AD094D48}"/>
              </a:ext>
            </a:extLst>
          </p:cNvPr>
          <p:cNvSpPr/>
          <p:nvPr/>
        </p:nvSpPr>
        <p:spPr>
          <a:xfrm>
            <a:off x="11289298" y="554828"/>
            <a:ext cx="659666" cy="6232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rgbClr val="FF0000"/>
                </a:solidFill>
              </a:rPr>
              <a:t>V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cxnSp>
        <p:nvCxnSpPr>
          <p:cNvPr id="92" name="コネクタ: カギ線 91">
            <a:extLst>
              <a:ext uri="{FF2B5EF4-FFF2-40B4-BE49-F238E27FC236}">
                <a16:creationId xmlns:a16="http://schemas.microsoft.com/office/drawing/2014/main" id="{5B794BE7-49D7-817A-3665-91B3D8306C15}"/>
              </a:ext>
            </a:extLst>
          </p:cNvPr>
          <p:cNvCxnSpPr>
            <a:endCxn id="91" idx="2"/>
          </p:cNvCxnSpPr>
          <p:nvPr/>
        </p:nvCxnSpPr>
        <p:spPr>
          <a:xfrm rot="10800000" flipH="1">
            <a:off x="10838250" y="866432"/>
            <a:ext cx="451047" cy="2425911"/>
          </a:xfrm>
          <a:prstGeom prst="bentConnector3">
            <a:avLst>
              <a:gd name="adj1" fmla="val -389809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コネクタ: カギ線 92">
            <a:extLst>
              <a:ext uri="{FF2B5EF4-FFF2-40B4-BE49-F238E27FC236}">
                <a16:creationId xmlns:a16="http://schemas.microsoft.com/office/drawing/2014/main" id="{0E2B0301-BF04-A14F-4700-1EEF35470CA8}"/>
              </a:ext>
            </a:extLst>
          </p:cNvPr>
          <p:cNvCxnSpPr>
            <a:stCxn id="91" idx="6"/>
          </p:cNvCxnSpPr>
          <p:nvPr/>
        </p:nvCxnSpPr>
        <p:spPr>
          <a:xfrm>
            <a:off x="11948964" y="866431"/>
            <a:ext cx="451050" cy="2425911"/>
          </a:xfrm>
          <a:prstGeom prst="bentConnector3">
            <a:avLst>
              <a:gd name="adj1" fmla="val 420985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円弧 93">
            <a:extLst>
              <a:ext uri="{FF2B5EF4-FFF2-40B4-BE49-F238E27FC236}">
                <a16:creationId xmlns:a16="http://schemas.microsoft.com/office/drawing/2014/main" id="{EB304217-40C6-E5CB-E39A-E28EB9237EA6}"/>
              </a:ext>
            </a:extLst>
          </p:cNvPr>
          <p:cNvSpPr/>
          <p:nvPr/>
        </p:nvSpPr>
        <p:spPr>
          <a:xfrm rot="5400000" flipH="1">
            <a:off x="6023801" y="4346375"/>
            <a:ext cx="8569688" cy="2639341"/>
          </a:xfrm>
          <a:prstGeom prst="arc">
            <a:avLst>
              <a:gd name="adj1" fmla="val 16458379"/>
              <a:gd name="adj2" fmla="val 2044166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円弧 94">
            <a:extLst>
              <a:ext uri="{FF2B5EF4-FFF2-40B4-BE49-F238E27FC236}">
                <a16:creationId xmlns:a16="http://schemas.microsoft.com/office/drawing/2014/main" id="{BE317A3C-F164-6056-3EE1-91BD24931241}"/>
              </a:ext>
            </a:extLst>
          </p:cNvPr>
          <p:cNvSpPr/>
          <p:nvPr/>
        </p:nvSpPr>
        <p:spPr>
          <a:xfrm rot="5400000" flipH="1" flipV="1">
            <a:off x="8672297" y="4346375"/>
            <a:ext cx="8715574" cy="2639339"/>
          </a:xfrm>
          <a:prstGeom prst="arc">
            <a:avLst>
              <a:gd name="adj1" fmla="val 16458379"/>
              <a:gd name="adj2" fmla="val 2042064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円弧 95">
            <a:extLst>
              <a:ext uri="{FF2B5EF4-FFF2-40B4-BE49-F238E27FC236}">
                <a16:creationId xmlns:a16="http://schemas.microsoft.com/office/drawing/2014/main" id="{36619DC7-14A1-55B2-6004-AFF73816731F}"/>
              </a:ext>
            </a:extLst>
          </p:cNvPr>
          <p:cNvSpPr/>
          <p:nvPr/>
        </p:nvSpPr>
        <p:spPr>
          <a:xfrm rot="5400000" flipH="1" flipV="1">
            <a:off x="9988645" y="4340127"/>
            <a:ext cx="6196856" cy="2639339"/>
          </a:xfrm>
          <a:prstGeom prst="arc">
            <a:avLst>
              <a:gd name="adj1" fmla="val 16458379"/>
              <a:gd name="adj2" fmla="val 2086152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円弧 96">
            <a:extLst>
              <a:ext uri="{FF2B5EF4-FFF2-40B4-BE49-F238E27FC236}">
                <a16:creationId xmlns:a16="http://schemas.microsoft.com/office/drawing/2014/main" id="{4DB522B3-B3AF-AFFC-E8F9-15A2C2F98C21}"/>
              </a:ext>
            </a:extLst>
          </p:cNvPr>
          <p:cNvSpPr/>
          <p:nvPr/>
        </p:nvSpPr>
        <p:spPr>
          <a:xfrm rot="5400000" flipH="1" flipV="1">
            <a:off x="10530247" y="4334527"/>
            <a:ext cx="5278845" cy="2639339"/>
          </a:xfrm>
          <a:prstGeom prst="arc">
            <a:avLst>
              <a:gd name="adj1" fmla="val 16458379"/>
              <a:gd name="adj2" fmla="val 2142761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円弧 97">
            <a:extLst>
              <a:ext uri="{FF2B5EF4-FFF2-40B4-BE49-F238E27FC236}">
                <a16:creationId xmlns:a16="http://schemas.microsoft.com/office/drawing/2014/main" id="{677D581B-2E58-EE2A-C747-F835435B460C}"/>
              </a:ext>
            </a:extLst>
          </p:cNvPr>
          <p:cNvSpPr/>
          <p:nvPr/>
        </p:nvSpPr>
        <p:spPr>
          <a:xfrm rot="5400000" flipH="1">
            <a:off x="7719847" y="4560756"/>
            <a:ext cx="5278845" cy="2210575"/>
          </a:xfrm>
          <a:prstGeom prst="arc">
            <a:avLst>
              <a:gd name="adj1" fmla="val 16458379"/>
              <a:gd name="adj2" fmla="val 21427619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円弧 99">
            <a:extLst>
              <a:ext uri="{FF2B5EF4-FFF2-40B4-BE49-F238E27FC236}">
                <a16:creationId xmlns:a16="http://schemas.microsoft.com/office/drawing/2014/main" id="{F1BB1350-8BC1-8902-24BE-241F5B489A70}"/>
              </a:ext>
            </a:extLst>
          </p:cNvPr>
          <p:cNvSpPr/>
          <p:nvPr/>
        </p:nvSpPr>
        <p:spPr>
          <a:xfrm rot="5400000" flipH="1">
            <a:off x="7270566" y="4478951"/>
            <a:ext cx="6196856" cy="2374183"/>
          </a:xfrm>
          <a:prstGeom prst="arc">
            <a:avLst>
              <a:gd name="adj1" fmla="val 16458379"/>
              <a:gd name="adj2" fmla="val 20861527"/>
            </a:avLst>
          </a:prstGeom>
          <a:noFill/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316E5F1-22BA-8C18-16CF-10758859102D}"/>
              </a:ext>
            </a:extLst>
          </p:cNvPr>
          <p:cNvSpPr txBox="1"/>
          <p:nvPr/>
        </p:nvSpPr>
        <p:spPr>
          <a:xfrm>
            <a:off x="8382713" y="246140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励磁コイル→</a:t>
            </a:r>
          </a:p>
        </p:txBody>
      </p:sp>
    </p:spTree>
    <p:extLst>
      <p:ext uri="{BB962C8B-B14F-4D97-AF65-F5344CB8AC3E}">
        <p14:creationId xmlns:p14="http://schemas.microsoft.com/office/powerpoint/2010/main" val="424576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A46A30D-4E72-7813-9C04-180956D45F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ja-JP" smtClean="0"/>
              <a:pPr/>
              <a:t>5</a:t>
            </a:fld>
            <a:endParaRPr lang="en-US"/>
          </a:p>
        </p:txBody>
      </p:sp>
      <p:pic>
        <p:nvPicPr>
          <p:cNvPr id="4" name="図 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72515FF-DBAA-76F8-1853-D0E6D23A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04" y="490283"/>
            <a:ext cx="7772400" cy="587743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588EBC-54CC-83C2-0D2A-0E1CD5E93A96}"/>
              </a:ext>
            </a:extLst>
          </p:cNvPr>
          <p:cNvSpPr txBox="1"/>
          <p:nvPr/>
        </p:nvSpPr>
        <p:spPr>
          <a:xfrm>
            <a:off x="6930668" y="235974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>
                <a:latin typeface="MS Mincho" panose="02020609040205080304" pitchFamily="49" charset="-128"/>
                <a:ea typeface="MS Mincho" panose="02020609040205080304" pitchFamily="49" charset="-128"/>
              </a:rPr>
              <a:t>←励磁コイル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02BCD7-D568-EE6D-2DE3-543A0209B465}"/>
              </a:ext>
            </a:extLst>
          </p:cNvPr>
          <p:cNvSpPr txBox="1"/>
          <p:nvPr/>
        </p:nvSpPr>
        <p:spPr>
          <a:xfrm>
            <a:off x="6247326" y="5012757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MS Mincho" panose="02020609040205080304" pitchFamily="49" charset="-128"/>
                <a:ea typeface="MS Mincho" panose="02020609040205080304" pitchFamily="49" charset="-128"/>
              </a:rPr>
              <a:t>　　</a:t>
            </a:r>
            <a:r>
              <a:rPr kumimoji="1" lang="en-US" altLang="ja-JP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r>
              <a:rPr kumimoji="1" lang="ja-JP" altLang="en-US" sz="2800" b="1">
                <a:latin typeface="MS Mincho" panose="02020609040205080304" pitchFamily="49" charset="-128"/>
                <a:ea typeface="MS Mincho" panose="02020609040205080304" pitchFamily="49" charset="-128"/>
              </a:rPr>
              <a:t>↑</a:t>
            </a:r>
            <a:endParaRPr kumimoji="1" lang="en-US" altLang="ja-JP" sz="28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kumimoji="1" lang="ja-JP" altLang="en-US" sz="2800" b="1">
                <a:latin typeface="MS Mincho" panose="02020609040205080304" pitchFamily="49" charset="-128"/>
                <a:ea typeface="MS Mincho" panose="02020609040205080304" pitchFamily="49" charset="-128"/>
              </a:rPr>
              <a:t>←検出コイル</a:t>
            </a:r>
          </a:p>
        </p:txBody>
      </p:sp>
    </p:spTree>
    <p:extLst>
      <p:ext uri="{BB962C8B-B14F-4D97-AF65-F5344CB8AC3E}">
        <p14:creationId xmlns:p14="http://schemas.microsoft.com/office/powerpoint/2010/main" val="2011969113"/>
      </p:ext>
    </p:extLst>
  </p:cSld>
  <p:clrMapOvr>
    <a:masterClrMapping/>
  </p:clrMapOvr>
</p:sld>
</file>

<file path=ppt/theme/theme1.xml><?xml version="1.0" encoding="utf-8"?>
<a:theme xmlns:a="http://schemas.openxmlformats.org/drawingml/2006/main" name="1_blank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144450F3F33E8408330B89C726DDE2A" ma:contentTypeVersion="11" ma:contentTypeDescription="新しいドキュメントを作成します。" ma:contentTypeScope="" ma:versionID="9c58ff35178bf34284e6fd6aa2204bce">
  <xsd:schema xmlns:xsd="http://www.w3.org/2001/XMLSchema" xmlns:xs="http://www.w3.org/2001/XMLSchema" xmlns:p="http://schemas.microsoft.com/office/2006/metadata/properties" xmlns:ns2="3dbfb0cf-ada2-4966-9842-78e9c57467ee" xmlns:ns3="46c0a021-bb35-4d3d-8550-6038dbfbec1b" targetNamespace="http://schemas.microsoft.com/office/2006/metadata/properties" ma:root="true" ma:fieldsID="c40ee04c6bcef6283a2a18429e2e2b0b" ns2:_="" ns3:_="">
    <xsd:import namespace="3dbfb0cf-ada2-4966-9842-78e9c57467ee"/>
    <xsd:import namespace="46c0a021-bb35-4d3d-8550-6038dbfbec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fb0cf-ada2-4966-9842-78e9c57467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c0a021-bb35-4d3d-8550-6038dbfbec1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cc4e44f-2673-4902-9d9e-48203dfe64e4}" ma:internalName="TaxCatchAll" ma:showField="CatchAllData" ma:web="46c0a021-bb35-4d3d-8550-6038dbfbec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bfb0cf-ada2-4966-9842-78e9c57467ee">
      <Terms xmlns="http://schemas.microsoft.com/office/infopath/2007/PartnerControls"/>
    </lcf76f155ced4ddcb4097134ff3c332f>
    <TaxCatchAll xmlns="46c0a021-bb35-4d3d-8550-6038dbfbec1b" xsi:nil="true"/>
  </documentManagement>
</p:properties>
</file>

<file path=customXml/itemProps1.xml><?xml version="1.0" encoding="utf-8"?>
<ds:datastoreItem xmlns:ds="http://schemas.openxmlformats.org/officeDocument/2006/customXml" ds:itemID="{DFC9F469-61D4-42A4-9782-D2F9073712EC}">
  <ds:schemaRefs>
    <ds:schemaRef ds:uri="3dbfb0cf-ada2-4966-9842-78e9c57467ee"/>
    <ds:schemaRef ds:uri="46c0a021-bb35-4d3d-8550-6038dbfbec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969BDF6-02FD-4DD4-80C5-AE01D9C0B1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C85B79-7FE2-47BF-A6DD-DC60314F399F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46c0a021-bb35-4d3d-8550-6038dbfbec1b"/>
    <ds:schemaRef ds:uri="3dbfb0cf-ada2-4966-9842-78e9c57467e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130</Words>
  <Application>Microsoft Macintosh PowerPoint</Application>
  <PresentationFormat>ユーザー設定</PresentationFormat>
  <Paragraphs>61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Hiragino Sans W4</vt:lpstr>
      <vt:lpstr>Hiragino Sans W7</vt:lpstr>
      <vt:lpstr>MS PGothic</vt:lpstr>
      <vt:lpstr>MS Mincho</vt:lpstr>
      <vt:lpstr>Noto Sans Symbols</vt:lpstr>
      <vt:lpstr>Arial</vt:lpstr>
      <vt:lpstr>Calibri</vt:lpstr>
      <vt:lpstr>1_blank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5I24 野下 航輝【鈴鹿】</cp:lastModifiedBy>
  <cp:revision>14</cp:revision>
  <dcterms:created xsi:type="dcterms:W3CDTF">2016-11-01T00:16:05Z</dcterms:created>
  <dcterms:modified xsi:type="dcterms:W3CDTF">2026-01-21T12:30:20Z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0x0101004144450F3F33E8408330B89C726DDE2A</vt:lpwstr>
  </property>
  <property fmtid="{D5CDD505-2E9C-101B-9397-08002B2CF9AE}" pid="3" name="MediaServiceImageTags">
    <vt:lpwstr/>
  </property>
</Properties>
</file>