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4"/>
  </p:sldMasterIdLst>
  <p:notesMasterIdLst>
    <p:notesMasterId r:id="rId9"/>
  </p:notesMasterIdLst>
  <p:sldIdLst>
    <p:sldId id="324" r:id="rId5"/>
    <p:sldId id="325" r:id="rId6"/>
    <p:sldId id="326" r:id="rId7"/>
    <p:sldId id="327" r:id="rId8"/>
  </p:sldIdLst>
  <p:sldSz cx="16200438" cy="6858000"/>
  <p:notesSz cx="6807200" cy="99393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14" userDrawn="1">
          <p15:clr>
            <a:srgbClr val="A4A3A4"/>
          </p15:clr>
        </p15:guide>
        <p15:guide id="2" pos="221" userDrawn="1">
          <p15:clr>
            <a:srgbClr val="A4A3A4"/>
          </p15:clr>
        </p15:guide>
        <p15:guide id="3" pos="1689" userDrawn="1">
          <p15:clr>
            <a:srgbClr val="A4A3A4"/>
          </p15:clr>
        </p15:guide>
        <p15:guide id="4" orient="horz" pos="4247" userDrawn="1">
          <p15:clr>
            <a:srgbClr val="A4A3A4"/>
          </p15:clr>
        </p15:guide>
        <p15:guide id="5" orient="horz" pos="482" userDrawn="1">
          <p15:clr>
            <a:srgbClr val="A4A3A4"/>
          </p15:clr>
        </p15:guide>
        <p15:guide id="6" orient="horz" pos="1280" userDrawn="1">
          <p15:clr>
            <a:srgbClr val="A4A3A4"/>
          </p15:clr>
        </p15:guide>
        <p15:guide id="7" orient="horz" pos="79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>
          <p15:clr>
            <a:srgbClr val="A4A3A4"/>
          </p15:clr>
        </p15:guide>
        <p15:guide id="2" pos="2145">
          <p15:clr>
            <a:srgbClr val="A4A3A4"/>
          </p15:clr>
        </p15:guide>
      </p15:notesGuideLst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42" roundtripDataSignature="AMtx7mjjLadHqMIiphYAwzpEX8auZJ6O0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11F250B-7AF7-6F6A-1832-5AC97AD76E8F}" name="5I28 藤本 瑛太【鈴鹿】" initials="藤5" userId="S::r03i30@ed.cc.suzuka-ct.ac.jp::543708ce-56f0-4656-a691-13e7f3e8f464" providerId="AD"/>
  <p188:author id="{51A3FA2A-1C11-D25D-F93A-B66DC7C2E320}" name="辛川　友斗【佐世保学生】" initials="辛川" userId="S::s2109@sasebo.kosen-ac.jp::56308e68-2c97-4787-b09b-96cc3e474057" providerId="AD"/>
  <p188:author id="{A3368384-447B-3926-2C36-338A06195733}" name="5I24 野下 航輝【鈴鹿】" initials="5航" userId="S::r03i26@ed.cc.suzuka-ct.ac.jp::e3d47e70-bf56-4767-89ad-362d8c7c0f8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CC"/>
    <a:srgbClr val="CCFFFF"/>
    <a:srgbClr val="A70000"/>
    <a:srgbClr val="54C1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3A5D6A-64C8-485E-B96C-17B9CEE3DE35}" v="7" dt="2025-05-07T15:22:51.910"/>
  </p1510:revLst>
</p1510:revInfo>
</file>

<file path=ppt/tableStyles.xml><?xml version="1.0" encoding="utf-8"?>
<a:tblStyleLst xmlns:a="http://schemas.openxmlformats.org/drawingml/2006/main" def="{5FA7AA36-D1FC-4EAE-9539-4A473F75BAE8}">
  <a:tblStyle styleId="{5FA7AA36-D1FC-4EAE-9539-4A473F75BAE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31"/>
    <p:restoredTop sz="94830"/>
  </p:normalViewPr>
  <p:slideViewPr>
    <p:cSldViewPr snapToGrid="0">
      <p:cViewPr>
        <p:scale>
          <a:sx n="60" d="100"/>
          <a:sy n="60" d="100"/>
        </p:scale>
        <p:origin x="2394" y="2088"/>
      </p:cViewPr>
      <p:guideLst>
        <p:guide orient="horz" pos="414"/>
        <p:guide pos="221"/>
        <p:guide pos="1689"/>
        <p:guide orient="horz" pos="4247"/>
        <p:guide orient="horz" pos="482"/>
        <p:guide orient="horz" pos="1280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31"/>
        <p:guide pos="214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42" Type="http://customschemas.google.com/relationships/presentationmetadata" Target="metadata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46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8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2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5839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MS PGothic"/>
                <a:ea typeface="MS PGothic"/>
                <a:cs typeface="MS PGothic"/>
                <a:sym typeface="MS P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1000125" y="744538"/>
            <a:ext cx="8807450" cy="37290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721" y="4721188"/>
            <a:ext cx="5445760" cy="447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2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5839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ユーザー設定レイアウト">
  <p:cSld name="1_ユーザー設定レイアウト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7"/>
          <p:cNvSpPr txBox="1">
            <a:spLocks noGrp="1"/>
          </p:cNvSpPr>
          <p:nvPr>
            <p:ph type="sldNum" idx="12"/>
          </p:nvPr>
        </p:nvSpPr>
        <p:spPr>
          <a:xfrm>
            <a:off x="12515086" y="6584023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  <p:sp>
        <p:nvSpPr>
          <p:cNvPr id="16" name="Google Shape;16;p17"/>
          <p:cNvSpPr txBox="1">
            <a:spLocks noGrp="1"/>
          </p:cNvSpPr>
          <p:nvPr>
            <p:ph type="title"/>
          </p:nvPr>
        </p:nvSpPr>
        <p:spPr>
          <a:xfrm>
            <a:off x="389839" y="83095"/>
            <a:ext cx="12604109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43653"/>
              </a:buClr>
              <a:buSzPts val="1723"/>
              <a:buFont typeface="Arial"/>
              <a:buNone/>
              <a:defRPr sz="1723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29;p16">
            <a:extLst>
              <a:ext uri="{FF2B5EF4-FFF2-40B4-BE49-F238E27FC236}">
                <a16:creationId xmlns:a16="http://schemas.microsoft.com/office/drawing/2014/main" id="{A820C031-145A-2B9A-E5E8-47663A922F2C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103" userDrawn="1">
          <p15:clr>
            <a:srgbClr val="FBAE40"/>
          </p15:clr>
        </p15:guide>
        <p15:guide id="3" orient="horz" pos="164" userDrawn="1">
          <p15:clr>
            <a:srgbClr val="FBAE40"/>
          </p15:clr>
        </p15:guide>
        <p15:guide id="4" pos="10107" userDrawn="1">
          <p15:clr>
            <a:srgbClr val="FBAE40"/>
          </p15:clr>
        </p15:guide>
        <p15:guide id="5" orient="horz" pos="315" userDrawn="1">
          <p15:clr>
            <a:srgbClr val="FBAE40"/>
          </p15:clr>
        </p15:guide>
        <p15:guide id="6" orient="horz" pos="4171" userDrawn="1">
          <p15:clr>
            <a:srgbClr val="FBAE40"/>
          </p15:clr>
        </p15:guide>
        <p15:guide id="7" pos="24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ユーザー設定レイアウト">
  <p:cSld name="ユーザー設定レイアウト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15"/>
          <p:cNvGrpSpPr/>
          <p:nvPr/>
        </p:nvGrpSpPr>
        <p:grpSpPr>
          <a:xfrm>
            <a:off x="1" y="398065"/>
            <a:ext cx="16200438" cy="182734"/>
            <a:chOff x="0" y="389273"/>
            <a:chExt cx="9906000" cy="182734"/>
          </a:xfrm>
        </p:grpSpPr>
        <p:cxnSp>
          <p:nvCxnSpPr>
            <p:cNvPr id="17" name="Google Shape;17;p15"/>
            <p:cNvCxnSpPr/>
            <p:nvPr/>
          </p:nvCxnSpPr>
          <p:spPr>
            <a:xfrm>
              <a:off x="0" y="480640"/>
              <a:ext cx="9302238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" name="Google Shape;18;p15"/>
            <p:cNvCxnSpPr/>
            <p:nvPr/>
          </p:nvCxnSpPr>
          <p:spPr>
            <a:xfrm rot="10800000" flipH="1">
              <a:off x="9301532" y="389273"/>
              <a:ext cx="16001" cy="9136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" name="Google Shape;19;p15"/>
            <p:cNvCxnSpPr/>
            <p:nvPr/>
          </p:nvCxnSpPr>
          <p:spPr>
            <a:xfrm rot="10800000">
              <a:off x="9317989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" name="Google Shape;20;p15"/>
            <p:cNvCxnSpPr/>
            <p:nvPr/>
          </p:nvCxnSpPr>
          <p:spPr>
            <a:xfrm rot="10800000" flipH="1">
              <a:off x="9350570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" name="Google Shape;21;p15"/>
            <p:cNvCxnSpPr/>
            <p:nvPr/>
          </p:nvCxnSpPr>
          <p:spPr>
            <a:xfrm rot="10800000">
              <a:off x="9382572" y="389273"/>
              <a:ext cx="27221" cy="155433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" name="Google Shape;22;p15"/>
            <p:cNvCxnSpPr/>
            <p:nvPr/>
          </p:nvCxnSpPr>
          <p:spPr>
            <a:xfrm rot="10800000" flipH="1">
              <a:off x="9409794" y="481249"/>
              <a:ext cx="11113" cy="6345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" name="Google Shape;23;p15"/>
            <p:cNvCxnSpPr/>
            <p:nvPr/>
          </p:nvCxnSpPr>
          <p:spPr>
            <a:xfrm>
              <a:off x="9420907" y="480640"/>
              <a:ext cx="485093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" name="Google Shape;24;p15"/>
          <p:cNvSpPr txBox="1">
            <a:spLocks noGrp="1"/>
          </p:cNvSpPr>
          <p:nvPr>
            <p:ph type="sldNum" idx="12"/>
          </p:nvPr>
        </p:nvSpPr>
        <p:spPr>
          <a:xfrm>
            <a:off x="12437827" y="6534141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862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91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327126" y="274639"/>
            <a:ext cx="15486577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54"/>
              <a:buFont typeface="Arial"/>
              <a:buNone/>
              <a:defRPr sz="2954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327124" y="800709"/>
            <a:ext cx="15486577" cy="686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108000" rIns="216000" bIns="108000" anchor="t" anchorCtr="0">
            <a:spAutoFit/>
          </a:bodyPr>
          <a:lstStyle>
            <a:lvl1pPr marL="457200" marR="0" lvl="0" indent="-384937" algn="l" rtl="0">
              <a:spcBef>
                <a:spcPts val="738"/>
              </a:spcBef>
              <a:spcAft>
                <a:spcPts val="0"/>
              </a:spcAft>
              <a:buClr>
                <a:srgbClr val="002060"/>
              </a:buClr>
              <a:buSzPts val="2462"/>
              <a:buFont typeface="Noto Sans Symbols"/>
              <a:buChar char="●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8010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723"/>
              <a:buFont typeface="Arial"/>
              <a:buChar char="–"/>
              <a:defRPr sz="172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0642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292"/>
              <a:buFont typeface="Arial"/>
              <a:buChar char="•"/>
              <a:defRPr sz="129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4936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–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»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3B2DD82-67F6-D8EE-8273-96BEADFC693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3979859" y="97663"/>
            <a:ext cx="2084700" cy="392761"/>
          </a:xfrm>
          <a:prstGeom prst="rect">
            <a:avLst/>
          </a:prstGeom>
        </p:spPr>
      </p:pic>
      <p:sp>
        <p:nvSpPr>
          <p:cNvPr id="6" name="Google Shape;29;p16">
            <a:extLst>
              <a:ext uri="{FF2B5EF4-FFF2-40B4-BE49-F238E27FC236}">
                <a16:creationId xmlns:a16="http://schemas.microsoft.com/office/drawing/2014/main" id="{7F410D85-C74D-16A3-3122-E5EC291FBAD0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1" i="0" u="none" strike="noStrike" cap="none">
          <a:solidFill>
            <a:srgbClr val="000000"/>
          </a:solidFill>
          <a:latin typeface="Hiragino Sans W7" panose="020B0400000000000000" pitchFamily="34" charset="-128"/>
          <a:ea typeface="Hiragino Sans W7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Hiragino Sans W4" panose="020B0400000000000000" pitchFamily="34" charset="-128"/>
          <a:ea typeface="Hiragino Sans W4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51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EC9DD75-3131-1E4A-6E5F-9318A691BD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0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C67009A-7C2C-6CB9-A6D2-792224717C43}"/>
              </a:ext>
            </a:extLst>
          </p:cNvPr>
          <p:cNvGrpSpPr/>
          <p:nvPr/>
        </p:nvGrpSpPr>
        <p:grpSpPr>
          <a:xfrm>
            <a:off x="8774102" y="3555817"/>
            <a:ext cx="4948301" cy="2106211"/>
            <a:chOff x="6549876" y="3172237"/>
            <a:chExt cx="4016536" cy="2478234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8376FDE9-5BFC-CE64-3509-1A09A7EB9FE3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73C5D12-6A0F-F85F-1E20-4A08CD16DB89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5F008A57-A692-7570-DD43-F744FC2A52D2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78BF6BF3-E65C-7AD3-8C2D-3AA91BEDC46B}"/>
                </a:ext>
              </a:extLst>
            </p:cNvPr>
            <p:cNvSpPr/>
            <p:nvPr/>
          </p:nvSpPr>
          <p:spPr>
            <a:xfrm>
              <a:off x="7623729" y="5080844"/>
              <a:ext cx="1887385" cy="56962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/>
                <a:t>電磁センサ</a:t>
              </a:r>
            </a:p>
          </p:txBody>
        </p:sp>
      </p:grp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A9F8AE05-20C2-62BD-2375-1C425CB79433}"/>
              </a:ext>
            </a:extLst>
          </p:cNvPr>
          <p:cNvSpPr/>
          <p:nvPr/>
        </p:nvSpPr>
        <p:spPr>
          <a:xfrm>
            <a:off x="7286348" y="1077605"/>
            <a:ext cx="7748786" cy="211224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357D770-3DB6-14D7-E8E3-3FF0DCE204FB}"/>
              </a:ext>
            </a:extLst>
          </p:cNvPr>
          <p:cNvSpPr/>
          <p:nvPr/>
        </p:nvSpPr>
        <p:spPr>
          <a:xfrm>
            <a:off x="7401081" y="1556057"/>
            <a:ext cx="2583781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</a:t>
            </a:r>
            <a:endParaRPr kumimoji="1" lang="en-US" altLang="ja-JP" sz="2400" b="1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2400" b="1">
                <a:solidFill>
                  <a:schemeClr val="tx1"/>
                </a:solidFill>
              </a:rPr>
              <a:t>モバイルルーター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90F466E-62A6-8443-D683-DA2CC4013CF5}"/>
              </a:ext>
            </a:extLst>
          </p:cNvPr>
          <p:cNvSpPr/>
          <p:nvPr/>
        </p:nvSpPr>
        <p:spPr>
          <a:xfrm>
            <a:off x="10433520" y="1572145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4C81F97-F752-3A43-9386-A9A6FDBAB956}"/>
              </a:ext>
            </a:extLst>
          </p:cNvPr>
          <p:cNvSpPr txBox="1"/>
          <p:nvPr/>
        </p:nvSpPr>
        <p:spPr>
          <a:xfrm>
            <a:off x="7421157" y="1111600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耐水ペリカンケース</a:t>
            </a:r>
          </a:p>
        </p:txBody>
      </p:sp>
      <p:pic>
        <p:nvPicPr>
          <p:cNvPr id="18" name="グラフィックス 17" descr="世界 単色塗りつぶし">
            <a:extLst>
              <a:ext uri="{FF2B5EF4-FFF2-40B4-BE49-F238E27FC236}">
                <a16:creationId xmlns:a16="http://schemas.microsoft.com/office/drawing/2014/main" id="{711F26A8-EDD5-C69F-8B07-443DEE4C7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0485" y="1344106"/>
            <a:ext cx="1788865" cy="1788865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56B71BD9-BE8D-30BB-F216-5793A5B2206C}"/>
              </a:ext>
            </a:extLst>
          </p:cNvPr>
          <p:cNvSpPr/>
          <p:nvPr/>
        </p:nvSpPr>
        <p:spPr>
          <a:xfrm>
            <a:off x="2063721" y="4072086"/>
            <a:ext cx="1745299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400" b="1" dirty="0">
                <a:solidFill>
                  <a:schemeClr val="tx1"/>
                </a:solidFill>
              </a:rPr>
              <a:t> 5</a:t>
            </a:r>
            <a:endParaRPr kumimoji="1" lang="ja-JP" altLang="en-US" sz="24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B0FE193A-5FAA-85F5-BCDA-36AEE72C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882" y="4237339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2560540-E389-BCFE-67F5-32D3CF115D2F}"/>
              </a:ext>
            </a:extLst>
          </p:cNvPr>
          <p:cNvSpPr txBox="1"/>
          <p:nvPr/>
        </p:nvSpPr>
        <p:spPr>
          <a:xfrm>
            <a:off x="412153" y="5290518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0AB4962-DCA1-B917-73F0-99E7F64C9ACB}"/>
              </a:ext>
            </a:extLst>
          </p:cNvPr>
          <p:cNvSpPr txBox="1"/>
          <p:nvPr/>
        </p:nvSpPr>
        <p:spPr>
          <a:xfrm>
            <a:off x="4210522" y="1096301"/>
            <a:ext cx="24390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インターネット</a:t>
            </a:r>
          </a:p>
        </p:txBody>
      </p:sp>
      <p:pic>
        <p:nvPicPr>
          <p:cNvPr id="26" name="グラフィックス 25" descr="データベース 枠線">
            <a:extLst>
              <a:ext uri="{FF2B5EF4-FFF2-40B4-BE49-F238E27FC236}">
                <a16:creationId xmlns:a16="http://schemas.microsoft.com/office/drawing/2014/main" id="{3A889BDB-A49D-A625-575B-0A8A0044BF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0853" y="1324363"/>
            <a:ext cx="1145513" cy="1145513"/>
          </a:xfrm>
          <a:prstGeom prst="rect">
            <a:avLst/>
          </a:prstGeom>
        </p:spPr>
      </p:pic>
      <p:pic>
        <p:nvPicPr>
          <p:cNvPr id="28" name="グラフィックス 27" descr="雲 枠線">
            <a:extLst>
              <a:ext uri="{FF2B5EF4-FFF2-40B4-BE49-F238E27FC236}">
                <a16:creationId xmlns:a16="http://schemas.microsoft.com/office/drawing/2014/main" id="{34D35EF5-8D00-086F-A997-45E972CDBD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697" y="367445"/>
            <a:ext cx="3672289" cy="337474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36A3B14-5112-FA7B-DA5A-17658070C567}"/>
              </a:ext>
            </a:extLst>
          </p:cNvPr>
          <p:cNvSpPr txBox="1"/>
          <p:nvPr/>
        </p:nvSpPr>
        <p:spPr>
          <a:xfrm>
            <a:off x="1476061" y="740028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クラウド</a:t>
            </a: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3616FCB2-CB28-4072-C3BB-5B98DF08345C}"/>
              </a:ext>
            </a:extLst>
          </p:cNvPr>
          <p:cNvCxnSpPr>
            <a:cxnSpLocks/>
          </p:cNvCxnSpPr>
          <p:nvPr/>
        </p:nvCxnSpPr>
        <p:spPr>
          <a:xfrm>
            <a:off x="5344915" y="3132969"/>
            <a:ext cx="0" cy="845696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7D43647-E351-CA58-4C9B-718AC8B838B3}"/>
              </a:ext>
            </a:extLst>
          </p:cNvPr>
          <p:cNvCxnSpPr>
            <a:cxnSpLocks/>
          </p:cNvCxnSpPr>
          <p:nvPr/>
        </p:nvCxnSpPr>
        <p:spPr>
          <a:xfrm flipH="1">
            <a:off x="4035490" y="2417669"/>
            <a:ext cx="536510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2BDF58F-F7A7-E4E1-4C64-10819CBE57D4}"/>
              </a:ext>
            </a:extLst>
          </p:cNvPr>
          <p:cNvSpPr/>
          <p:nvPr/>
        </p:nvSpPr>
        <p:spPr>
          <a:xfrm>
            <a:off x="3944228" y="4075616"/>
            <a:ext cx="2878711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通信用モバイルルーター</a:t>
            </a: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059A9EB0-1818-B8F9-F228-62CE6578E10F}"/>
              </a:ext>
            </a:extLst>
          </p:cNvPr>
          <p:cNvCxnSpPr>
            <a:cxnSpLocks/>
          </p:cNvCxnSpPr>
          <p:nvPr/>
        </p:nvCxnSpPr>
        <p:spPr>
          <a:xfrm flipH="1" flipV="1">
            <a:off x="6079237" y="2403429"/>
            <a:ext cx="1082831" cy="1424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0B5DFD6C-156F-BF0D-3629-161D34F4203C}"/>
              </a:ext>
            </a:extLst>
          </p:cNvPr>
          <p:cNvCxnSpPr>
            <a:cxnSpLocks/>
          </p:cNvCxnSpPr>
          <p:nvPr/>
        </p:nvCxnSpPr>
        <p:spPr>
          <a:xfrm flipV="1">
            <a:off x="11227691" y="2986315"/>
            <a:ext cx="0" cy="940557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C3DDCCA-44BA-98CB-8124-ADDF8721AA80}"/>
              </a:ext>
            </a:extLst>
          </p:cNvPr>
          <p:cNvSpPr txBox="1"/>
          <p:nvPr/>
        </p:nvSpPr>
        <p:spPr>
          <a:xfrm>
            <a:off x="912433" y="237146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データベースサーバ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D59C4A2-FE95-7DB8-5133-9CF76C61D06C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5973468-ACF4-9F4A-E3A1-D1E038D2C176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7FEA5FD-B2D9-2F6A-48C7-7CBB6AFC1F64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1179293-9069-4683-8CDF-F6BE4891C8D4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E37DB8D-68C2-0371-13E1-72F0862BCA13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8C00802D-59F8-DC79-11D3-AEC49F451254}"/>
              </a:ext>
            </a:extLst>
          </p:cNvPr>
          <p:cNvSpPr/>
          <p:nvPr/>
        </p:nvSpPr>
        <p:spPr>
          <a:xfrm>
            <a:off x="12937080" y="1573265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68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3E9BC-8037-A7C6-A9FC-E5DA2E8D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D1DFFE4-750A-FCC3-BEE0-235D8FBCCC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1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3CB00091-0BCB-CED9-B854-B0A38523911D}"/>
              </a:ext>
            </a:extLst>
          </p:cNvPr>
          <p:cNvGrpSpPr/>
          <p:nvPr/>
        </p:nvGrpSpPr>
        <p:grpSpPr>
          <a:xfrm>
            <a:off x="8774102" y="3555817"/>
            <a:ext cx="4948301" cy="1985784"/>
            <a:chOff x="6549876" y="3172237"/>
            <a:chExt cx="4016536" cy="2336536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D822C739-2134-AFD2-525C-2D0BD7B6CF7E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CF76ECE7-6951-F6B7-5D06-B2569B6B79D2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2E3819FD-EB8E-81EA-6A47-3B7E9461382A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98E44A7-BA7E-7E9E-E160-1F0E7EE3FBA2}"/>
              </a:ext>
            </a:extLst>
          </p:cNvPr>
          <p:cNvSpPr/>
          <p:nvPr/>
        </p:nvSpPr>
        <p:spPr>
          <a:xfrm>
            <a:off x="8126966" y="1672278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AA4E103D-2A67-8930-A1BA-9853C6B8F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0340" y="2166598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DFEBB1-6AC1-7FDB-E767-11750F97D1A1}"/>
              </a:ext>
            </a:extLst>
          </p:cNvPr>
          <p:cNvSpPr txBox="1"/>
          <p:nvPr/>
        </p:nvSpPr>
        <p:spPr>
          <a:xfrm>
            <a:off x="3559009" y="178741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3676E94-B309-3DCB-768C-5637D296DFFA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059838D-9978-B50E-46C1-7F3668D84942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46293D3-9023-515D-7B85-D85B3E1810C9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9469E5A-B2B9-AB9D-2085-FDF6E8F518CF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D4880CA-4F88-9ED4-01C7-1FCB5C1AFF5D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CA9139F-B8B8-2495-BB50-848D968A5F00}"/>
              </a:ext>
            </a:extLst>
          </p:cNvPr>
          <p:cNvSpPr/>
          <p:nvPr/>
        </p:nvSpPr>
        <p:spPr>
          <a:xfrm>
            <a:off x="10512155" y="170182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cxnSp>
        <p:nvCxnSpPr>
          <p:cNvPr id="4" name="カギ線コネクタ 3">
            <a:extLst>
              <a:ext uri="{FF2B5EF4-FFF2-40B4-BE49-F238E27FC236}">
                <a16:creationId xmlns:a16="http://schemas.microsoft.com/office/drawing/2014/main" id="{A1627E78-3F09-E794-8F55-0AA3D3186FF9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017932" y="2793228"/>
            <a:ext cx="4534552" cy="1744958"/>
          </a:xfrm>
          <a:prstGeom prst="bentConnector3">
            <a:avLst>
              <a:gd name="adj1" fmla="val 9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角丸四角形 14">
            <a:extLst>
              <a:ext uri="{FF2B5EF4-FFF2-40B4-BE49-F238E27FC236}">
                <a16:creationId xmlns:a16="http://schemas.microsoft.com/office/drawing/2014/main" id="{E52A9A43-FFF2-A3FD-43B6-44F8A98AB70C}"/>
              </a:ext>
            </a:extLst>
          </p:cNvPr>
          <p:cNvSpPr/>
          <p:nvPr/>
        </p:nvSpPr>
        <p:spPr>
          <a:xfrm>
            <a:off x="10097070" y="5177911"/>
            <a:ext cx="2325225" cy="4841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/>
              <a:t>電磁センサ</a:t>
            </a:r>
          </a:p>
        </p:txBody>
      </p:sp>
      <p:cxnSp>
        <p:nvCxnSpPr>
          <p:cNvPr id="30" name="カギ線コネクタ 29">
            <a:extLst>
              <a:ext uri="{FF2B5EF4-FFF2-40B4-BE49-F238E27FC236}">
                <a16:creationId xmlns:a16="http://schemas.microsoft.com/office/drawing/2014/main" id="{38C79696-B920-69EC-CB9B-011C723F0F68}"/>
              </a:ext>
            </a:extLst>
          </p:cNvPr>
          <p:cNvCxnSpPr>
            <a:stCxn id="33" idx="3"/>
            <a:endCxn id="15" idx="3"/>
          </p:cNvCxnSpPr>
          <p:nvPr/>
        </p:nvCxnSpPr>
        <p:spPr>
          <a:xfrm>
            <a:off x="12422295" y="2312365"/>
            <a:ext cx="12700" cy="3107605"/>
          </a:xfrm>
          <a:prstGeom prst="bentConnector3">
            <a:avLst>
              <a:gd name="adj1" fmla="val 13353488"/>
            </a:avLst>
          </a:prstGeom>
          <a:ln w="444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705F7BF6-6050-873A-F610-DCB45B6E4A9B}"/>
              </a:ext>
            </a:extLst>
          </p:cNvPr>
          <p:cNvCxnSpPr>
            <a:stCxn id="13" idx="3"/>
            <a:endCxn id="33" idx="1"/>
          </p:cNvCxnSpPr>
          <p:nvPr/>
        </p:nvCxnSpPr>
        <p:spPr>
          <a:xfrm>
            <a:off x="10117408" y="2282820"/>
            <a:ext cx="394747" cy="29545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5170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F23ACB2-0287-71FA-2E8E-C28CF2C7BF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2</a:t>
            </a:fld>
            <a:endParaRPr 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B0E47D6-AA79-41D3-C240-DC1B05F60241}"/>
              </a:ext>
            </a:extLst>
          </p:cNvPr>
          <p:cNvSpPr/>
          <p:nvPr/>
        </p:nvSpPr>
        <p:spPr>
          <a:xfrm>
            <a:off x="7384738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535E8AE-0750-A3F1-AE8F-F3655E19890A}"/>
              </a:ext>
            </a:extLst>
          </p:cNvPr>
          <p:cNvSpPr/>
          <p:nvPr/>
        </p:nvSpPr>
        <p:spPr>
          <a:xfrm>
            <a:off x="4478880" y="319774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860CF30-4113-4217-1EBF-EA26D43C1A0F}"/>
              </a:ext>
            </a:extLst>
          </p:cNvPr>
          <p:cNvSpPr/>
          <p:nvPr/>
        </p:nvSpPr>
        <p:spPr>
          <a:xfrm>
            <a:off x="1492720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>
                <a:solidFill>
                  <a:schemeClr val="tx1"/>
                </a:solidFill>
              </a:rPr>
              <a:t>電磁センサ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44A3198-9E70-18FC-4D35-1C35883B82CC}"/>
              </a:ext>
            </a:extLst>
          </p:cNvPr>
          <p:cNvCxnSpPr>
            <a:stCxn id="5" idx="3"/>
            <a:endCxn id="4" idx="1"/>
          </p:cNvCxnSpPr>
          <p:nvPr/>
        </p:nvCxnSpPr>
        <p:spPr>
          <a:xfrm>
            <a:off x="3483162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280C5AE8-A737-B12A-985E-CA57FDAEB1CC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6389020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043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平行四辺形 3">
            <a:extLst>
              <a:ext uri="{FF2B5EF4-FFF2-40B4-BE49-F238E27FC236}">
                <a16:creationId xmlns:a16="http://schemas.microsoft.com/office/drawing/2014/main" id="{AFA22584-F335-6865-1C68-8B3B777890F1}"/>
              </a:ext>
            </a:extLst>
          </p:cNvPr>
          <p:cNvSpPr/>
          <p:nvPr/>
        </p:nvSpPr>
        <p:spPr>
          <a:xfrm>
            <a:off x="1946935" y="5072013"/>
            <a:ext cx="5623794" cy="1093719"/>
          </a:xfrm>
          <a:prstGeom prst="parallelogram">
            <a:avLst>
              <a:gd name="adj" fmla="val 87105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3CE35DC9-CC82-9DC8-A2A2-9B1D5A80DA3B}"/>
              </a:ext>
            </a:extLst>
          </p:cNvPr>
          <p:cNvGrpSpPr/>
          <p:nvPr/>
        </p:nvGrpSpPr>
        <p:grpSpPr>
          <a:xfrm>
            <a:off x="4042606" y="3110870"/>
            <a:ext cx="1561764" cy="1044319"/>
            <a:chOff x="5256110" y="2542415"/>
            <a:chExt cx="1561764" cy="1215325"/>
          </a:xfrm>
        </p:grpSpPr>
        <p:sp>
          <p:nvSpPr>
            <p:cNvPr id="12" name="フローチャート: 磁気ディスク 11">
              <a:extLst>
                <a:ext uri="{FF2B5EF4-FFF2-40B4-BE49-F238E27FC236}">
                  <a16:creationId xmlns:a16="http://schemas.microsoft.com/office/drawing/2014/main" id="{4CBC5356-14CE-4897-AB42-6252615ABB8D}"/>
                </a:ext>
              </a:extLst>
            </p:cNvPr>
            <p:cNvSpPr/>
            <p:nvPr/>
          </p:nvSpPr>
          <p:spPr>
            <a:xfrm>
              <a:off x="5256110" y="3381460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ローチャート: 磁気ディスク 12">
              <a:extLst>
                <a:ext uri="{FF2B5EF4-FFF2-40B4-BE49-F238E27FC236}">
                  <a16:creationId xmlns:a16="http://schemas.microsoft.com/office/drawing/2014/main" id="{3FD7C55B-4A1C-8971-2864-803CB448B395}"/>
                </a:ext>
              </a:extLst>
            </p:cNvPr>
            <p:cNvSpPr/>
            <p:nvPr/>
          </p:nvSpPr>
          <p:spPr>
            <a:xfrm>
              <a:off x="5734216" y="2561888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ローチャート: 磁気ディスク 13">
              <a:extLst>
                <a:ext uri="{FF2B5EF4-FFF2-40B4-BE49-F238E27FC236}">
                  <a16:creationId xmlns:a16="http://schemas.microsoft.com/office/drawing/2014/main" id="{C62AFB54-281A-F740-A048-288C75C7976B}"/>
                </a:ext>
              </a:extLst>
            </p:cNvPr>
            <p:cNvSpPr/>
            <p:nvPr/>
          </p:nvSpPr>
          <p:spPr>
            <a:xfrm>
              <a:off x="5345123" y="292678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ローチャート: 磁気ディスク 14">
              <a:extLst>
                <a:ext uri="{FF2B5EF4-FFF2-40B4-BE49-F238E27FC236}">
                  <a16:creationId xmlns:a16="http://schemas.microsoft.com/office/drawing/2014/main" id="{2DB7B166-3735-5AA4-BC7A-2B396B6EF561}"/>
                </a:ext>
              </a:extLst>
            </p:cNvPr>
            <p:cNvSpPr/>
            <p:nvPr/>
          </p:nvSpPr>
          <p:spPr>
            <a:xfrm>
              <a:off x="5345124" y="2766716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フローチャート: 磁気ディスク 15">
              <a:extLst>
                <a:ext uri="{FF2B5EF4-FFF2-40B4-BE49-F238E27FC236}">
                  <a16:creationId xmlns:a16="http://schemas.microsoft.com/office/drawing/2014/main" id="{FA545514-6729-2B0F-D8EC-CD5263203072}"/>
                </a:ext>
              </a:extLst>
            </p:cNvPr>
            <p:cNvSpPr/>
            <p:nvPr/>
          </p:nvSpPr>
          <p:spPr>
            <a:xfrm>
              <a:off x="5345123" y="2667590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フローチャート: 磁気ディスク 16">
              <a:extLst>
                <a:ext uri="{FF2B5EF4-FFF2-40B4-BE49-F238E27FC236}">
                  <a16:creationId xmlns:a16="http://schemas.microsoft.com/office/drawing/2014/main" id="{F8337369-C831-0A6E-DF57-A94D09A058F0}"/>
                </a:ext>
              </a:extLst>
            </p:cNvPr>
            <p:cNvSpPr/>
            <p:nvPr/>
          </p:nvSpPr>
          <p:spPr>
            <a:xfrm>
              <a:off x="5345123" y="254241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フローチャート: 磁気ディスク 17">
              <a:extLst>
                <a:ext uri="{FF2B5EF4-FFF2-40B4-BE49-F238E27FC236}">
                  <a16:creationId xmlns:a16="http://schemas.microsoft.com/office/drawing/2014/main" id="{15E86F4F-2884-FBE5-4301-7342EBB3AFE4}"/>
                </a:ext>
              </a:extLst>
            </p:cNvPr>
            <p:cNvSpPr/>
            <p:nvPr/>
          </p:nvSpPr>
          <p:spPr>
            <a:xfrm>
              <a:off x="5256111" y="2561887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109D52CA-1420-20D8-C4FE-D5DA0E0FD19B}"/>
              </a:ext>
            </a:extLst>
          </p:cNvPr>
          <p:cNvGrpSpPr/>
          <p:nvPr/>
        </p:nvGrpSpPr>
        <p:grpSpPr>
          <a:xfrm>
            <a:off x="4042606" y="2059915"/>
            <a:ext cx="1561764" cy="1215325"/>
            <a:chOff x="3310311" y="1314957"/>
            <a:chExt cx="1561764" cy="1215325"/>
          </a:xfrm>
        </p:grpSpPr>
        <p:sp>
          <p:nvSpPr>
            <p:cNvPr id="7" name="フローチャート: 磁気ディスク 6">
              <a:extLst>
                <a:ext uri="{FF2B5EF4-FFF2-40B4-BE49-F238E27FC236}">
                  <a16:creationId xmlns:a16="http://schemas.microsoft.com/office/drawing/2014/main" id="{42A688E3-E76B-8274-781F-0459EDD8F693}"/>
                </a:ext>
              </a:extLst>
            </p:cNvPr>
            <p:cNvSpPr/>
            <p:nvPr/>
          </p:nvSpPr>
          <p:spPr>
            <a:xfrm>
              <a:off x="3310311" y="2154002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フローチャート: 磁気ディスク 5">
              <a:extLst>
                <a:ext uri="{FF2B5EF4-FFF2-40B4-BE49-F238E27FC236}">
                  <a16:creationId xmlns:a16="http://schemas.microsoft.com/office/drawing/2014/main" id="{431E4EA0-D506-8740-D084-E5A210E8F9A1}"/>
                </a:ext>
              </a:extLst>
            </p:cNvPr>
            <p:cNvSpPr/>
            <p:nvPr/>
          </p:nvSpPr>
          <p:spPr>
            <a:xfrm>
              <a:off x="3788417" y="1334430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フローチャート: 磁気ディスク 7">
              <a:extLst>
                <a:ext uri="{FF2B5EF4-FFF2-40B4-BE49-F238E27FC236}">
                  <a16:creationId xmlns:a16="http://schemas.microsoft.com/office/drawing/2014/main" id="{CEE386FE-D701-8265-F372-A4E1EE62AA83}"/>
                </a:ext>
              </a:extLst>
            </p:cNvPr>
            <p:cNvSpPr/>
            <p:nvPr/>
          </p:nvSpPr>
          <p:spPr>
            <a:xfrm>
              <a:off x="3399324" y="169932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フローチャート: 磁気ディスク 8">
              <a:extLst>
                <a:ext uri="{FF2B5EF4-FFF2-40B4-BE49-F238E27FC236}">
                  <a16:creationId xmlns:a16="http://schemas.microsoft.com/office/drawing/2014/main" id="{0D3AC030-0070-3E62-4726-95C2441678D8}"/>
                </a:ext>
              </a:extLst>
            </p:cNvPr>
            <p:cNvSpPr/>
            <p:nvPr/>
          </p:nvSpPr>
          <p:spPr>
            <a:xfrm>
              <a:off x="3399325" y="1539258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フローチャート: 磁気ディスク 9">
              <a:extLst>
                <a:ext uri="{FF2B5EF4-FFF2-40B4-BE49-F238E27FC236}">
                  <a16:creationId xmlns:a16="http://schemas.microsoft.com/office/drawing/2014/main" id="{A12264EE-9CC7-62C8-EA54-0C71FD741B2F}"/>
                </a:ext>
              </a:extLst>
            </p:cNvPr>
            <p:cNvSpPr/>
            <p:nvPr/>
          </p:nvSpPr>
          <p:spPr>
            <a:xfrm>
              <a:off x="3399324" y="1440132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フローチャート: 磁気ディスク 10">
              <a:extLst>
                <a:ext uri="{FF2B5EF4-FFF2-40B4-BE49-F238E27FC236}">
                  <a16:creationId xmlns:a16="http://schemas.microsoft.com/office/drawing/2014/main" id="{8B65E70E-FFA2-D08A-15A2-711BB971211C}"/>
                </a:ext>
              </a:extLst>
            </p:cNvPr>
            <p:cNvSpPr/>
            <p:nvPr/>
          </p:nvSpPr>
          <p:spPr>
            <a:xfrm>
              <a:off x="3399324" y="131495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フローチャート: 磁気ディスク 4">
              <a:extLst>
                <a:ext uri="{FF2B5EF4-FFF2-40B4-BE49-F238E27FC236}">
                  <a16:creationId xmlns:a16="http://schemas.microsoft.com/office/drawing/2014/main" id="{BE05E933-C5CA-EC6C-09D8-D369DB55FCB9}"/>
                </a:ext>
              </a:extLst>
            </p:cNvPr>
            <p:cNvSpPr/>
            <p:nvPr/>
          </p:nvSpPr>
          <p:spPr>
            <a:xfrm>
              <a:off x="3310312" y="1334429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" name="楕円 20">
            <a:extLst>
              <a:ext uri="{FF2B5EF4-FFF2-40B4-BE49-F238E27FC236}">
                <a16:creationId xmlns:a16="http://schemas.microsoft.com/office/drawing/2014/main" id="{DBCE039F-270B-5B5A-0790-A14A82A00BFE}"/>
              </a:ext>
            </a:extLst>
          </p:cNvPr>
          <p:cNvSpPr/>
          <p:nvPr/>
        </p:nvSpPr>
        <p:spPr>
          <a:xfrm>
            <a:off x="4498624" y="1269374"/>
            <a:ext cx="659666" cy="6232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</a:rPr>
              <a:t>～</a:t>
            </a:r>
          </a:p>
        </p:txBody>
      </p:sp>
      <p:cxnSp>
        <p:nvCxnSpPr>
          <p:cNvPr id="35" name="コネクタ: カギ線 34">
            <a:extLst>
              <a:ext uri="{FF2B5EF4-FFF2-40B4-BE49-F238E27FC236}">
                <a16:creationId xmlns:a16="http://schemas.microsoft.com/office/drawing/2014/main" id="{6EECC065-C38C-3F7C-CFAC-28906FF3F3BF}"/>
              </a:ext>
            </a:extLst>
          </p:cNvPr>
          <p:cNvCxnSpPr>
            <a:stCxn id="5" idx="2"/>
            <a:endCxn id="21" idx="2"/>
          </p:cNvCxnSpPr>
          <p:nvPr/>
        </p:nvCxnSpPr>
        <p:spPr>
          <a:xfrm rot="10800000" flipH="1">
            <a:off x="4042606" y="1580977"/>
            <a:ext cx="456017" cy="686550"/>
          </a:xfrm>
          <a:prstGeom prst="bentConnector3">
            <a:avLst>
              <a:gd name="adj1" fmla="val -5013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DADF76A7-E95D-163B-A5CC-61E870D320BE}"/>
              </a:ext>
            </a:extLst>
          </p:cNvPr>
          <p:cNvCxnSpPr>
            <a:stCxn id="5" idx="4"/>
            <a:endCxn id="21" idx="6"/>
          </p:cNvCxnSpPr>
          <p:nvPr/>
        </p:nvCxnSpPr>
        <p:spPr>
          <a:xfrm flipH="1" flipV="1">
            <a:off x="5158290" y="1580977"/>
            <a:ext cx="446080" cy="686550"/>
          </a:xfrm>
          <a:prstGeom prst="bentConnector3">
            <a:avLst>
              <a:gd name="adj1" fmla="val -51246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楕円 39">
            <a:extLst>
              <a:ext uri="{FF2B5EF4-FFF2-40B4-BE49-F238E27FC236}">
                <a16:creationId xmlns:a16="http://schemas.microsoft.com/office/drawing/2014/main" id="{8DA4597D-554E-8303-23CC-3B397070D30F}"/>
              </a:ext>
            </a:extLst>
          </p:cNvPr>
          <p:cNvSpPr/>
          <p:nvPr/>
        </p:nvSpPr>
        <p:spPr>
          <a:xfrm>
            <a:off x="4042606" y="5310909"/>
            <a:ext cx="1561763" cy="58067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楕円 40">
            <a:extLst>
              <a:ext uri="{FF2B5EF4-FFF2-40B4-BE49-F238E27FC236}">
                <a16:creationId xmlns:a16="http://schemas.microsoft.com/office/drawing/2014/main" id="{924D6C1F-A9B5-CE11-D9E9-05FEEDD1C29A}"/>
              </a:ext>
            </a:extLst>
          </p:cNvPr>
          <p:cNvSpPr/>
          <p:nvPr/>
        </p:nvSpPr>
        <p:spPr>
          <a:xfrm>
            <a:off x="3863957" y="5182648"/>
            <a:ext cx="1919060" cy="83719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B98887E5-3719-88E8-EDA3-0C41FE2957C2}"/>
              </a:ext>
            </a:extLst>
          </p:cNvPr>
          <p:cNvSpPr/>
          <p:nvPr/>
        </p:nvSpPr>
        <p:spPr>
          <a:xfrm>
            <a:off x="4270614" y="5387187"/>
            <a:ext cx="1141933" cy="402878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F4B59178-4D80-E6EB-53C2-D023331CE233}"/>
              </a:ext>
            </a:extLst>
          </p:cNvPr>
          <p:cNvSpPr/>
          <p:nvPr/>
        </p:nvSpPr>
        <p:spPr>
          <a:xfrm>
            <a:off x="4423015" y="5470286"/>
            <a:ext cx="850950" cy="236679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円弧 43">
            <a:extLst>
              <a:ext uri="{FF2B5EF4-FFF2-40B4-BE49-F238E27FC236}">
                <a16:creationId xmlns:a16="http://schemas.microsoft.com/office/drawing/2014/main" id="{15F9E10A-2CA9-D552-FE2E-2AA77212B8BB}"/>
              </a:ext>
            </a:extLst>
          </p:cNvPr>
          <p:cNvSpPr/>
          <p:nvPr/>
        </p:nvSpPr>
        <p:spPr>
          <a:xfrm rot="5400000">
            <a:off x="130126" y="584966"/>
            <a:ext cx="6033605" cy="2639341"/>
          </a:xfrm>
          <a:prstGeom prst="arc">
            <a:avLst>
              <a:gd name="adj1" fmla="val 19219920"/>
              <a:gd name="adj2" fmla="val 21591226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円弧 44">
            <a:extLst>
              <a:ext uri="{FF2B5EF4-FFF2-40B4-BE49-F238E27FC236}">
                <a16:creationId xmlns:a16="http://schemas.microsoft.com/office/drawing/2014/main" id="{8BF587CC-94F2-D1CD-4777-3B38F88E05E1}"/>
              </a:ext>
            </a:extLst>
          </p:cNvPr>
          <p:cNvSpPr/>
          <p:nvPr/>
        </p:nvSpPr>
        <p:spPr>
          <a:xfrm rot="5400000">
            <a:off x="18919" y="844153"/>
            <a:ext cx="6594511" cy="2639341"/>
          </a:xfrm>
          <a:prstGeom prst="arc">
            <a:avLst>
              <a:gd name="adj1" fmla="val 18748995"/>
              <a:gd name="adj2" fmla="val 2113463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円弧 45">
            <a:extLst>
              <a:ext uri="{FF2B5EF4-FFF2-40B4-BE49-F238E27FC236}">
                <a16:creationId xmlns:a16="http://schemas.microsoft.com/office/drawing/2014/main" id="{63B6BB72-48BC-7303-B8DA-87DD7CF98262}"/>
              </a:ext>
            </a:extLst>
          </p:cNvPr>
          <p:cNvSpPr/>
          <p:nvPr/>
        </p:nvSpPr>
        <p:spPr>
          <a:xfrm rot="5400000">
            <a:off x="-263386" y="1292319"/>
            <a:ext cx="7448311" cy="2639341"/>
          </a:xfrm>
          <a:prstGeom prst="arc">
            <a:avLst>
              <a:gd name="adj1" fmla="val 17818384"/>
              <a:gd name="adj2" fmla="val 2058339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円弧 46">
            <a:extLst>
              <a:ext uri="{FF2B5EF4-FFF2-40B4-BE49-F238E27FC236}">
                <a16:creationId xmlns:a16="http://schemas.microsoft.com/office/drawing/2014/main" id="{DB2A1F4F-2E7E-B080-44CE-503B832145D5}"/>
              </a:ext>
            </a:extLst>
          </p:cNvPr>
          <p:cNvSpPr/>
          <p:nvPr/>
        </p:nvSpPr>
        <p:spPr>
          <a:xfrm rot="5400000" flipV="1">
            <a:off x="2475685" y="1310734"/>
            <a:ext cx="7448311" cy="2639339"/>
          </a:xfrm>
          <a:prstGeom prst="arc">
            <a:avLst>
              <a:gd name="adj1" fmla="val 17818384"/>
              <a:gd name="adj2" fmla="val 2058339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円弧 47">
            <a:extLst>
              <a:ext uri="{FF2B5EF4-FFF2-40B4-BE49-F238E27FC236}">
                <a16:creationId xmlns:a16="http://schemas.microsoft.com/office/drawing/2014/main" id="{6E6DD23F-B426-9D7E-C8D2-0FE1769C2218}"/>
              </a:ext>
            </a:extLst>
          </p:cNvPr>
          <p:cNvSpPr/>
          <p:nvPr/>
        </p:nvSpPr>
        <p:spPr>
          <a:xfrm rot="5400000" flipV="1">
            <a:off x="3012076" y="756288"/>
            <a:ext cx="6594511" cy="2750385"/>
          </a:xfrm>
          <a:prstGeom prst="arc">
            <a:avLst>
              <a:gd name="adj1" fmla="val 18748995"/>
              <a:gd name="adj2" fmla="val 2113463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円弧 48">
            <a:extLst>
              <a:ext uri="{FF2B5EF4-FFF2-40B4-BE49-F238E27FC236}">
                <a16:creationId xmlns:a16="http://schemas.microsoft.com/office/drawing/2014/main" id="{0AA30988-525C-82CB-C7D4-C7CD932444D5}"/>
              </a:ext>
            </a:extLst>
          </p:cNvPr>
          <p:cNvSpPr/>
          <p:nvPr/>
        </p:nvSpPr>
        <p:spPr>
          <a:xfrm rot="5400000" flipV="1">
            <a:off x="3383327" y="491190"/>
            <a:ext cx="6033605" cy="2750387"/>
          </a:xfrm>
          <a:prstGeom prst="arc">
            <a:avLst>
              <a:gd name="adj1" fmla="val 19219920"/>
              <a:gd name="adj2" fmla="val 21591226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1968B69E-35F4-8B4E-0262-2397C8A256AB}"/>
              </a:ext>
            </a:extLst>
          </p:cNvPr>
          <p:cNvSpPr txBox="1"/>
          <p:nvPr/>
        </p:nvSpPr>
        <p:spPr>
          <a:xfrm>
            <a:off x="2722920" y="2476514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励磁コイル→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7A582DB2-A639-020E-690E-0E801CB72B5D}"/>
              </a:ext>
            </a:extLst>
          </p:cNvPr>
          <p:cNvSpPr txBox="1"/>
          <p:nvPr/>
        </p:nvSpPr>
        <p:spPr>
          <a:xfrm>
            <a:off x="2730858" y="340087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検出コイル→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5B029F-7E98-9B69-8EEC-5F49E187A10C}"/>
              </a:ext>
            </a:extLst>
          </p:cNvPr>
          <p:cNvSpPr txBox="1"/>
          <p:nvPr/>
        </p:nvSpPr>
        <p:spPr>
          <a:xfrm>
            <a:off x="1646719" y="548228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金属→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8820A16-F9AD-15B3-4419-B137A084D88B}"/>
              </a:ext>
            </a:extLst>
          </p:cNvPr>
          <p:cNvSpPr txBox="1"/>
          <p:nvPr/>
        </p:nvSpPr>
        <p:spPr>
          <a:xfrm>
            <a:off x="3013830" y="544735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渦電流→</a:t>
            </a: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AC3B332-516D-A9CF-2071-C41937C7780B}"/>
              </a:ext>
            </a:extLst>
          </p:cNvPr>
          <p:cNvSpPr txBox="1"/>
          <p:nvPr/>
        </p:nvSpPr>
        <p:spPr>
          <a:xfrm>
            <a:off x="835770" y="4269498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励磁コイルから発生した一次磁界→</a:t>
            </a:r>
          </a:p>
        </p:txBody>
      </p:sp>
      <p:sp>
        <p:nvSpPr>
          <p:cNvPr id="55" name="平行四辺形 54">
            <a:extLst>
              <a:ext uri="{FF2B5EF4-FFF2-40B4-BE49-F238E27FC236}">
                <a16:creationId xmlns:a16="http://schemas.microsoft.com/office/drawing/2014/main" id="{4EC0265E-BB76-2ECB-AA59-93E2782CE587}"/>
              </a:ext>
            </a:extLst>
          </p:cNvPr>
          <p:cNvSpPr/>
          <p:nvPr/>
        </p:nvSpPr>
        <p:spPr>
          <a:xfrm>
            <a:off x="8769634" y="5072013"/>
            <a:ext cx="5623794" cy="1093719"/>
          </a:xfrm>
          <a:prstGeom prst="parallelogram">
            <a:avLst>
              <a:gd name="adj" fmla="val 87105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909D7A5C-DDE6-26EA-B37C-C9099F6027FC}"/>
              </a:ext>
            </a:extLst>
          </p:cNvPr>
          <p:cNvGrpSpPr/>
          <p:nvPr/>
        </p:nvGrpSpPr>
        <p:grpSpPr>
          <a:xfrm>
            <a:off x="10865305" y="3110870"/>
            <a:ext cx="1561764" cy="1044319"/>
            <a:chOff x="5256110" y="2542415"/>
            <a:chExt cx="1561764" cy="1215325"/>
          </a:xfrm>
        </p:grpSpPr>
        <p:sp>
          <p:nvSpPr>
            <p:cNvPr id="57" name="フローチャート: 磁気ディスク 56">
              <a:extLst>
                <a:ext uri="{FF2B5EF4-FFF2-40B4-BE49-F238E27FC236}">
                  <a16:creationId xmlns:a16="http://schemas.microsoft.com/office/drawing/2014/main" id="{05A641C1-951E-B931-711D-7DD179D9396B}"/>
                </a:ext>
              </a:extLst>
            </p:cNvPr>
            <p:cNvSpPr/>
            <p:nvPr/>
          </p:nvSpPr>
          <p:spPr>
            <a:xfrm>
              <a:off x="5256110" y="3381460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フローチャート: 磁気ディスク 57">
              <a:extLst>
                <a:ext uri="{FF2B5EF4-FFF2-40B4-BE49-F238E27FC236}">
                  <a16:creationId xmlns:a16="http://schemas.microsoft.com/office/drawing/2014/main" id="{919ABBC3-7805-8CF4-BDAC-BCB37143EA5A}"/>
                </a:ext>
              </a:extLst>
            </p:cNvPr>
            <p:cNvSpPr/>
            <p:nvPr/>
          </p:nvSpPr>
          <p:spPr>
            <a:xfrm>
              <a:off x="5734216" y="2561888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フローチャート: 磁気ディスク 58">
              <a:extLst>
                <a:ext uri="{FF2B5EF4-FFF2-40B4-BE49-F238E27FC236}">
                  <a16:creationId xmlns:a16="http://schemas.microsoft.com/office/drawing/2014/main" id="{31E884F7-FB6B-2885-5991-E80A5B3A2A14}"/>
                </a:ext>
              </a:extLst>
            </p:cNvPr>
            <p:cNvSpPr/>
            <p:nvPr/>
          </p:nvSpPr>
          <p:spPr>
            <a:xfrm>
              <a:off x="5345123" y="292678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フローチャート: 磁気ディスク 59">
              <a:extLst>
                <a:ext uri="{FF2B5EF4-FFF2-40B4-BE49-F238E27FC236}">
                  <a16:creationId xmlns:a16="http://schemas.microsoft.com/office/drawing/2014/main" id="{A0A7DD0F-E0FF-BD5C-A023-70AD47EAE11C}"/>
                </a:ext>
              </a:extLst>
            </p:cNvPr>
            <p:cNvSpPr/>
            <p:nvPr/>
          </p:nvSpPr>
          <p:spPr>
            <a:xfrm>
              <a:off x="5345124" y="2766716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フローチャート: 磁気ディスク 60">
              <a:extLst>
                <a:ext uri="{FF2B5EF4-FFF2-40B4-BE49-F238E27FC236}">
                  <a16:creationId xmlns:a16="http://schemas.microsoft.com/office/drawing/2014/main" id="{15DB3BBC-DE45-73A1-9708-7E135434C786}"/>
                </a:ext>
              </a:extLst>
            </p:cNvPr>
            <p:cNvSpPr/>
            <p:nvPr/>
          </p:nvSpPr>
          <p:spPr>
            <a:xfrm>
              <a:off x="5345123" y="2667590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フローチャート: 磁気ディスク 61">
              <a:extLst>
                <a:ext uri="{FF2B5EF4-FFF2-40B4-BE49-F238E27FC236}">
                  <a16:creationId xmlns:a16="http://schemas.microsoft.com/office/drawing/2014/main" id="{41D55978-682B-0DB8-379A-58ED9CA00BED}"/>
                </a:ext>
              </a:extLst>
            </p:cNvPr>
            <p:cNvSpPr/>
            <p:nvPr/>
          </p:nvSpPr>
          <p:spPr>
            <a:xfrm>
              <a:off x="5345123" y="254241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フローチャート: 磁気ディスク 62">
              <a:extLst>
                <a:ext uri="{FF2B5EF4-FFF2-40B4-BE49-F238E27FC236}">
                  <a16:creationId xmlns:a16="http://schemas.microsoft.com/office/drawing/2014/main" id="{58DA2BB4-E9C5-8291-327B-AFFF55CF5672}"/>
                </a:ext>
              </a:extLst>
            </p:cNvPr>
            <p:cNvSpPr/>
            <p:nvPr/>
          </p:nvSpPr>
          <p:spPr>
            <a:xfrm>
              <a:off x="5256111" y="2561887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6A1A7D8A-3420-EB89-55EF-42D5C17FE5B8}"/>
              </a:ext>
            </a:extLst>
          </p:cNvPr>
          <p:cNvGrpSpPr/>
          <p:nvPr/>
        </p:nvGrpSpPr>
        <p:grpSpPr>
          <a:xfrm>
            <a:off x="10865305" y="2059915"/>
            <a:ext cx="1561764" cy="1215325"/>
            <a:chOff x="3310311" y="1314957"/>
            <a:chExt cx="1561764" cy="1215325"/>
          </a:xfrm>
        </p:grpSpPr>
        <p:sp>
          <p:nvSpPr>
            <p:cNvPr id="65" name="フローチャート: 磁気ディスク 64">
              <a:extLst>
                <a:ext uri="{FF2B5EF4-FFF2-40B4-BE49-F238E27FC236}">
                  <a16:creationId xmlns:a16="http://schemas.microsoft.com/office/drawing/2014/main" id="{5EB3F5B5-3AD8-2D23-0ED5-D642D4AC700C}"/>
                </a:ext>
              </a:extLst>
            </p:cNvPr>
            <p:cNvSpPr/>
            <p:nvPr/>
          </p:nvSpPr>
          <p:spPr>
            <a:xfrm>
              <a:off x="3310311" y="2154002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フローチャート: 磁気ディスク 65">
              <a:extLst>
                <a:ext uri="{FF2B5EF4-FFF2-40B4-BE49-F238E27FC236}">
                  <a16:creationId xmlns:a16="http://schemas.microsoft.com/office/drawing/2014/main" id="{BE4D83D8-B9A7-7746-D8B8-3BC4CCDACAF0}"/>
                </a:ext>
              </a:extLst>
            </p:cNvPr>
            <p:cNvSpPr/>
            <p:nvPr/>
          </p:nvSpPr>
          <p:spPr>
            <a:xfrm>
              <a:off x="3788417" y="1334430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フローチャート: 磁気ディスク 66">
              <a:extLst>
                <a:ext uri="{FF2B5EF4-FFF2-40B4-BE49-F238E27FC236}">
                  <a16:creationId xmlns:a16="http://schemas.microsoft.com/office/drawing/2014/main" id="{6D996C7C-EB8A-F47C-8206-4F7C643FBC94}"/>
                </a:ext>
              </a:extLst>
            </p:cNvPr>
            <p:cNvSpPr/>
            <p:nvPr/>
          </p:nvSpPr>
          <p:spPr>
            <a:xfrm>
              <a:off x="3399324" y="169932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フローチャート: 磁気ディスク 67">
              <a:extLst>
                <a:ext uri="{FF2B5EF4-FFF2-40B4-BE49-F238E27FC236}">
                  <a16:creationId xmlns:a16="http://schemas.microsoft.com/office/drawing/2014/main" id="{2C7D251B-5BF7-544D-886D-86CCB9675534}"/>
                </a:ext>
              </a:extLst>
            </p:cNvPr>
            <p:cNvSpPr/>
            <p:nvPr/>
          </p:nvSpPr>
          <p:spPr>
            <a:xfrm>
              <a:off x="3399325" y="1539258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フローチャート: 磁気ディスク 68">
              <a:extLst>
                <a:ext uri="{FF2B5EF4-FFF2-40B4-BE49-F238E27FC236}">
                  <a16:creationId xmlns:a16="http://schemas.microsoft.com/office/drawing/2014/main" id="{C768E38F-28FB-7EBF-FFF7-8A7F1FBCB605}"/>
                </a:ext>
              </a:extLst>
            </p:cNvPr>
            <p:cNvSpPr/>
            <p:nvPr/>
          </p:nvSpPr>
          <p:spPr>
            <a:xfrm>
              <a:off x="3399324" y="1440132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フローチャート: 磁気ディスク 69">
              <a:extLst>
                <a:ext uri="{FF2B5EF4-FFF2-40B4-BE49-F238E27FC236}">
                  <a16:creationId xmlns:a16="http://schemas.microsoft.com/office/drawing/2014/main" id="{F005EB9B-E33F-B917-7258-1439C01EFC3A}"/>
                </a:ext>
              </a:extLst>
            </p:cNvPr>
            <p:cNvSpPr/>
            <p:nvPr/>
          </p:nvSpPr>
          <p:spPr>
            <a:xfrm>
              <a:off x="3399324" y="131495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フローチャート: 磁気ディスク 70">
              <a:extLst>
                <a:ext uri="{FF2B5EF4-FFF2-40B4-BE49-F238E27FC236}">
                  <a16:creationId xmlns:a16="http://schemas.microsoft.com/office/drawing/2014/main" id="{3F7ED84F-63AC-4B05-C83F-973E946E70A7}"/>
                </a:ext>
              </a:extLst>
            </p:cNvPr>
            <p:cNvSpPr/>
            <p:nvPr/>
          </p:nvSpPr>
          <p:spPr>
            <a:xfrm>
              <a:off x="3310312" y="1334429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2" name="楕円 71">
            <a:extLst>
              <a:ext uri="{FF2B5EF4-FFF2-40B4-BE49-F238E27FC236}">
                <a16:creationId xmlns:a16="http://schemas.microsoft.com/office/drawing/2014/main" id="{C6C8E515-685A-ADDE-C450-A94B1F78A9A4}"/>
              </a:ext>
            </a:extLst>
          </p:cNvPr>
          <p:cNvSpPr/>
          <p:nvPr/>
        </p:nvSpPr>
        <p:spPr>
          <a:xfrm>
            <a:off x="11321323" y="1269374"/>
            <a:ext cx="659666" cy="6232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chemeClr val="tx1"/>
                </a:solidFill>
              </a:rPr>
              <a:t>～</a:t>
            </a:r>
          </a:p>
        </p:txBody>
      </p:sp>
      <p:cxnSp>
        <p:nvCxnSpPr>
          <p:cNvPr id="73" name="コネクタ: カギ線 72">
            <a:extLst>
              <a:ext uri="{FF2B5EF4-FFF2-40B4-BE49-F238E27FC236}">
                <a16:creationId xmlns:a16="http://schemas.microsoft.com/office/drawing/2014/main" id="{EFC3C348-D142-75E1-DF3A-C70B15D36187}"/>
              </a:ext>
            </a:extLst>
          </p:cNvPr>
          <p:cNvCxnSpPr>
            <a:stCxn id="71" idx="2"/>
            <a:endCxn id="72" idx="2"/>
          </p:cNvCxnSpPr>
          <p:nvPr/>
        </p:nvCxnSpPr>
        <p:spPr>
          <a:xfrm rot="10800000" flipH="1">
            <a:off x="10865305" y="1580977"/>
            <a:ext cx="456017" cy="686550"/>
          </a:xfrm>
          <a:prstGeom prst="bentConnector3">
            <a:avLst>
              <a:gd name="adj1" fmla="val -5013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コネクタ: カギ線 73">
            <a:extLst>
              <a:ext uri="{FF2B5EF4-FFF2-40B4-BE49-F238E27FC236}">
                <a16:creationId xmlns:a16="http://schemas.microsoft.com/office/drawing/2014/main" id="{49C5556A-6D24-7971-F046-0C6F4F26837A}"/>
              </a:ext>
            </a:extLst>
          </p:cNvPr>
          <p:cNvCxnSpPr>
            <a:stCxn id="71" idx="4"/>
            <a:endCxn id="72" idx="6"/>
          </p:cNvCxnSpPr>
          <p:nvPr/>
        </p:nvCxnSpPr>
        <p:spPr>
          <a:xfrm flipH="1" flipV="1">
            <a:off x="11980989" y="1580977"/>
            <a:ext cx="446080" cy="686550"/>
          </a:xfrm>
          <a:prstGeom prst="bentConnector3">
            <a:avLst>
              <a:gd name="adj1" fmla="val -51246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楕円 74">
            <a:extLst>
              <a:ext uri="{FF2B5EF4-FFF2-40B4-BE49-F238E27FC236}">
                <a16:creationId xmlns:a16="http://schemas.microsoft.com/office/drawing/2014/main" id="{6CDEAF2E-8980-4E47-0670-6F5484BEEFAB}"/>
              </a:ext>
            </a:extLst>
          </p:cNvPr>
          <p:cNvSpPr/>
          <p:nvPr/>
        </p:nvSpPr>
        <p:spPr>
          <a:xfrm>
            <a:off x="10865305" y="5310909"/>
            <a:ext cx="1561763" cy="58067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楕円 75">
            <a:extLst>
              <a:ext uri="{FF2B5EF4-FFF2-40B4-BE49-F238E27FC236}">
                <a16:creationId xmlns:a16="http://schemas.microsoft.com/office/drawing/2014/main" id="{AE0AA362-F7BE-69ED-54D4-BDDF6EE368A2}"/>
              </a:ext>
            </a:extLst>
          </p:cNvPr>
          <p:cNvSpPr/>
          <p:nvPr/>
        </p:nvSpPr>
        <p:spPr>
          <a:xfrm>
            <a:off x="10686656" y="5182648"/>
            <a:ext cx="1919060" cy="83719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楕円 76">
            <a:extLst>
              <a:ext uri="{FF2B5EF4-FFF2-40B4-BE49-F238E27FC236}">
                <a16:creationId xmlns:a16="http://schemas.microsoft.com/office/drawing/2014/main" id="{3BEAA7B5-C7ED-B9DD-A74B-42E624A5366E}"/>
              </a:ext>
            </a:extLst>
          </p:cNvPr>
          <p:cNvSpPr/>
          <p:nvPr/>
        </p:nvSpPr>
        <p:spPr>
          <a:xfrm>
            <a:off x="11093313" y="5387187"/>
            <a:ext cx="1141933" cy="402878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楕円 77">
            <a:extLst>
              <a:ext uri="{FF2B5EF4-FFF2-40B4-BE49-F238E27FC236}">
                <a16:creationId xmlns:a16="http://schemas.microsoft.com/office/drawing/2014/main" id="{1AB1B017-FF4C-5359-5D4B-4A9E35165049}"/>
              </a:ext>
            </a:extLst>
          </p:cNvPr>
          <p:cNvSpPr/>
          <p:nvPr/>
        </p:nvSpPr>
        <p:spPr>
          <a:xfrm>
            <a:off x="11245714" y="5470286"/>
            <a:ext cx="850950" cy="236679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17FE4BFB-6FF7-8C2B-6449-2326327B4E2F}"/>
              </a:ext>
            </a:extLst>
          </p:cNvPr>
          <p:cNvSpPr txBox="1"/>
          <p:nvPr/>
        </p:nvSpPr>
        <p:spPr>
          <a:xfrm>
            <a:off x="9545619" y="2476514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励磁コイル→</a:t>
            </a:r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62A361BA-CD92-5B8D-B57F-C70B2D21D242}"/>
              </a:ext>
            </a:extLst>
          </p:cNvPr>
          <p:cNvSpPr txBox="1"/>
          <p:nvPr/>
        </p:nvSpPr>
        <p:spPr>
          <a:xfrm>
            <a:off x="9553557" y="340087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検出コイル→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44127FF7-C09D-A306-74B8-2803C59FEAEB}"/>
              </a:ext>
            </a:extLst>
          </p:cNvPr>
          <p:cNvSpPr txBox="1"/>
          <p:nvPr/>
        </p:nvSpPr>
        <p:spPr>
          <a:xfrm>
            <a:off x="8469418" y="548228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金属→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7132DF51-F713-5437-E3FC-A1E753C4438B}"/>
              </a:ext>
            </a:extLst>
          </p:cNvPr>
          <p:cNvSpPr txBox="1"/>
          <p:nvPr/>
        </p:nvSpPr>
        <p:spPr>
          <a:xfrm>
            <a:off x="9836529" y="544735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渦電流→</a:t>
            </a: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090ACB2E-C065-1CC0-4DB1-0651F62D7DA8}"/>
              </a:ext>
            </a:extLst>
          </p:cNvPr>
          <p:cNvSpPr txBox="1"/>
          <p:nvPr/>
        </p:nvSpPr>
        <p:spPr>
          <a:xfrm>
            <a:off x="8623289" y="4405563"/>
            <a:ext cx="269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渦電流から発生した二次磁界→</a:t>
            </a:r>
          </a:p>
        </p:txBody>
      </p:sp>
      <p:sp>
        <p:nvSpPr>
          <p:cNvPr id="84" name="楕円 83">
            <a:extLst>
              <a:ext uri="{FF2B5EF4-FFF2-40B4-BE49-F238E27FC236}">
                <a16:creationId xmlns:a16="http://schemas.microsoft.com/office/drawing/2014/main" id="{79F0FAD0-E239-17C0-4E7C-0B6CE7986071}"/>
              </a:ext>
            </a:extLst>
          </p:cNvPr>
          <p:cNvSpPr/>
          <p:nvPr/>
        </p:nvSpPr>
        <p:spPr>
          <a:xfrm>
            <a:off x="4493654" y="551755"/>
            <a:ext cx="659666" cy="6232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solidFill>
                  <a:schemeClr val="tx1"/>
                </a:solidFill>
              </a:rPr>
              <a:t>V</a:t>
            </a:r>
            <a:endParaRPr kumimoji="1" lang="ja-JP" altLang="en-US" sz="3600" dirty="0">
              <a:solidFill>
                <a:schemeClr val="tx1"/>
              </a:solidFill>
            </a:endParaRPr>
          </a:p>
        </p:txBody>
      </p:sp>
      <p:cxnSp>
        <p:nvCxnSpPr>
          <p:cNvPr id="86" name="コネクタ: カギ線 85">
            <a:extLst>
              <a:ext uri="{FF2B5EF4-FFF2-40B4-BE49-F238E27FC236}">
                <a16:creationId xmlns:a16="http://schemas.microsoft.com/office/drawing/2014/main" id="{60F2A504-E654-E0C6-511A-CA9E74C66FC1}"/>
              </a:ext>
            </a:extLst>
          </p:cNvPr>
          <p:cNvCxnSpPr>
            <a:stCxn id="18" idx="2"/>
            <a:endCxn id="84" idx="2"/>
          </p:cNvCxnSpPr>
          <p:nvPr/>
        </p:nvCxnSpPr>
        <p:spPr>
          <a:xfrm rot="10800000" flipH="1">
            <a:off x="4042606" y="863359"/>
            <a:ext cx="451047" cy="2425911"/>
          </a:xfrm>
          <a:prstGeom prst="bentConnector3">
            <a:avLst>
              <a:gd name="adj1" fmla="val -311333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2671C9E1-B001-7E6A-D77C-678B53E9E2B5}"/>
              </a:ext>
            </a:extLst>
          </p:cNvPr>
          <p:cNvCxnSpPr>
            <a:stCxn id="84" idx="6"/>
            <a:endCxn id="18" idx="4"/>
          </p:cNvCxnSpPr>
          <p:nvPr/>
        </p:nvCxnSpPr>
        <p:spPr>
          <a:xfrm>
            <a:off x="5153320" y="863358"/>
            <a:ext cx="451050" cy="2425911"/>
          </a:xfrm>
          <a:prstGeom prst="bentConnector3">
            <a:avLst>
              <a:gd name="adj1" fmla="val 420985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楕円 90">
            <a:extLst>
              <a:ext uri="{FF2B5EF4-FFF2-40B4-BE49-F238E27FC236}">
                <a16:creationId xmlns:a16="http://schemas.microsoft.com/office/drawing/2014/main" id="{0FADB7EF-60BD-3AB7-EB5F-B2462A8AC548}"/>
              </a:ext>
            </a:extLst>
          </p:cNvPr>
          <p:cNvSpPr/>
          <p:nvPr/>
        </p:nvSpPr>
        <p:spPr>
          <a:xfrm>
            <a:off x="11289298" y="554828"/>
            <a:ext cx="659666" cy="6232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solidFill>
                  <a:srgbClr val="FF0000"/>
                </a:solidFill>
              </a:rPr>
              <a:t>V</a:t>
            </a:r>
            <a:endParaRPr kumimoji="1" lang="ja-JP" altLang="en-US" sz="3600" dirty="0">
              <a:solidFill>
                <a:srgbClr val="FF0000"/>
              </a:solidFill>
            </a:endParaRPr>
          </a:p>
        </p:txBody>
      </p:sp>
      <p:cxnSp>
        <p:nvCxnSpPr>
          <p:cNvPr id="92" name="コネクタ: カギ線 91">
            <a:extLst>
              <a:ext uri="{FF2B5EF4-FFF2-40B4-BE49-F238E27FC236}">
                <a16:creationId xmlns:a16="http://schemas.microsoft.com/office/drawing/2014/main" id="{AE18C6D3-C0A4-2794-BC13-7553C2BBC361}"/>
              </a:ext>
            </a:extLst>
          </p:cNvPr>
          <p:cNvCxnSpPr>
            <a:endCxn id="91" idx="2"/>
          </p:cNvCxnSpPr>
          <p:nvPr/>
        </p:nvCxnSpPr>
        <p:spPr>
          <a:xfrm rot="10800000" flipH="1">
            <a:off x="10838250" y="866432"/>
            <a:ext cx="451047" cy="2425911"/>
          </a:xfrm>
          <a:prstGeom prst="bentConnector3">
            <a:avLst>
              <a:gd name="adj1" fmla="val -311333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コネクタ: カギ線 92">
            <a:extLst>
              <a:ext uri="{FF2B5EF4-FFF2-40B4-BE49-F238E27FC236}">
                <a16:creationId xmlns:a16="http://schemas.microsoft.com/office/drawing/2014/main" id="{D7E8DBC5-B88D-889B-1FAE-5A80BDD04225}"/>
              </a:ext>
            </a:extLst>
          </p:cNvPr>
          <p:cNvCxnSpPr>
            <a:stCxn id="91" idx="6"/>
          </p:cNvCxnSpPr>
          <p:nvPr/>
        </p:nvCxnSpPr>
        <p:spPr>
          <a:xfrm>
            <a:off x="11948964" y="866431"/>
            <a:ext cx="451050" cy="2425911"/>
          </a:xfrm>
          <a:prstGeom prst="bentConnector3">
            <a:avLst>
              <a:gd name="adj1" fmla="val 420985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円弧 93">
            <a:extLst>
              <a:ext uri="{FF2B5EF4-FFF2-40B4-BE49-F238E27FC236}">
                <a16:creationId xmlns:a16="http://schemas.microsoft.com/office/drawing/2014/main" id="{94A8EF5D-F586-8022-C8DE-6019D2429D8F}"/>
              </a:ext>
            </a:extLst>
          </p:cNvPr>
          <p:cNvSpPr/>
          <p:nvPr/>
        </p:nvSpPr>
        <p:spPr>
          <a:xfrm rot="5400000" flipH="1">
            <a:off x="6023801" y="4346375"/>
            <a:ext cx="8569688" cy="2639341"/>
          </a:xfrm>
          <a:prstGeom prst="arc">
            <a:avLst>
              <a:gd name="adj1" fmla="val 16458379"/>
              <a:gd name="adj2" fmla="val 2044166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円弧 94">
            <a:extLst>
              <a:ext uri="{FF2B5EF4-FFF2-40B4-BE49-F238E27FC236}">
                <a16:creationId xmlns:a16="http://schemas.microsoft.com/office/drawing/2014/main" id="{72A4B06F-03B3-D7DB-C55B-6468445517CD}"/>
              </a:ext>
            </a:extLst>
          </p:cNvPr>
          <p:cNvSpPr/>
          <p:nvPr/>
        </p:nvSpPr>
        <p:spPr>
          <a:xfrm rot="5400000" flipH="1" flipV="1">
            <a:off x="8672297" y="4346375"/>
            <a:ext cx="8715574" cy="2639339"/>
          </a:xfrm>
          <a:prstGeom prst="arc">
            <a:avLst>
              <a:gd name="adj1" fmla="val 16458379"/>
              <a:gd name="adj2" fmla="val 2042064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円弧 95">
            <a:extLst>
              <a:ext uri="{FF2B5EF4-FFF2-40B4-BE49-F238E27FC236}">
                <a16:creationId xmlns:a16="http://schemas.microsoft.com/office/drawing/2014/main" id="{83EE198A-E81C-1130-C042-FC839FA4D2E2}"/>
              </a:ext>
            </a:extLst>
          </p:cNvPr>
          <p:cNvSpPr/>
          <p:nvPr/>
        </p:nvSpPr>
        <p:spPr>
          <a:xfrm rot="5400000" flipH="1" flipV="1">
            <a:off x="9988645" y="4340127"/>
            <a:ext cx="6196856" cy="2639339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円弧 96">
            <a:extLst>
              <a:ext uri="{FF2B5EF4-FFF2-40B4-BE49-F238E27FC236}">
                <a16:creationId xmlns:a16="http://schemas.microsoft.com/office/drawing/2014/main" id="{9C449855-D6D1-9807-F152-B85B9E8C0EAF}"/>
              </a:ext>
            </a:extLst>
          </p:cNvPr>
          <p:cNvSpPr/>
          <p:nvPr/>
        </p:nvSpPr>
        <p:spPr>
          <a:xfrm rot="5400000" flipH="1" flipV="1">
            <a:off x="10530247" y="4334527"/>
            <a:ext cx="5278845" cy="2639339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円弧 97">
            <a:extLst>
              <a:ext uri="{FF2B5EF4-FFF2-40B4-BE49-F238E27FC236}">
                <a16:creationId xmlns:a16="http://schemas.microsoft.com/office/drawing/2014/main" id="{292A39C8-3ED6-D4E3-F0C8-58B90D0E5D5C}"/>
              </a:ext>
            </a:extLst>
          </p:cNvPr>
          <p:cNvSpPr/>
          <p:nvPr/>
        </p:nvSpPr>
        <p:spPr>
          <a:xfrm rot="5400000" flipH="1">
            <a:off x="7719847" y="4560756"/>
            <a:ext cx="5278845" cy="2210575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0" name="円弧 99">
            <a:extLst>
              <a:ext uri="{FF2B5EF4-FFF2-40B4-BE49-F238E27FC236}">
                <a16:creationId xmlns:a16="http://schemas.microsoft.com/office/drawing/2014/main" id="{F84F2D66-CE58-D07D-A805-10DCE51A2AC0}"/>
              </a:ext>
            </a:extLst>
          </p:cNvPr>
          <p:cNvSpPr/>
          <p:nvPr/>
        </p:nvSpPr>
        <p:spPr>
          <a:xfrm rot="5400000" flipH="1">
            <a:off x="7270566" y="4478951"/>
            <a:ext cx="6196856" cy="2374183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1" name="矢印: 右 100">
            <a:extLst>
              <a:ext uri="{FF2B5EF4-FFF2-40B4-BE49-F238E27FC236}">
                <a16:creationId xmlns:a16="http://schemas.microsoft.com/office/drawing/2014/main" id="{2E924EFC-0397-2D96-C1A2-2CE2299E7078}"/>
              </a:ext>
            </a:extLst>
          </p:cNvPr>
          <p:cNvSpPr/>
          <p:nvPr/>
        </p:nvSpPr>
        <p:spPr>
          <a:xfrm>
            <a:off x="7650690" y="3329686"/>
            <a:ext cx="1180365" cy="57429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9729014"/>
      </p:ext>
    </p:extLst>
  </p:cSld>
  <p:clrMapOvr>
    <a:masterClrMapping/>
  </p:clrMapOvr>
</p:sld>
</file>

<file path=ppt/theme/theme1.xml><?xml version="1.0" encoding="utf-8"?>
<a:theme xmlns:a="http://schemas.openxmlformats.org/drawingml/2006/main" name="1_blank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144450F3F33E8408330B89C726DDE2A" ma:contentTypeVersion="11" ma:contentTypeDescription="新しいドキュメントを作成します。" ma:contentTypeScope="" ma:versionID="9c58ff35178bf34284e6fd6aa2204bce">
  <xsd:schema xmlns:xsd="http://www.w3.org/2001/XMLSchema" xmlns:xs="http://www.w3.org/2001/XMLSchema" xmlns:p="http://schemas.microsoft.com/office/2006/metadata/properties" xmlns:ns2="3dbfb0cf-ada2-4966-9842-78e9c57467ee" xmlns:ns3="46c0a021-bb35-4d3d-8550-6038dbfbec1b" targetNamespace="http://schemas.microsoft.com/office/2006/metadata/properties" ma:root="true" ma:fieldsID="c40ee04c6bcef6283a2a18429e2e2b0b" ns2:_="" ns3:_="">
    <xsd:import namespace="3dbfb0cf-ada2-4966-9842-78e9c57467ee"/>
    <xsd:import namespace="46c0a021-bb35-4d3d-8550-6038dbfbec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bfb0cf-ada2-4966-9842-78e9c57467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c1ec0f05-8db9-4cb4-a53b-b8806002f2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c0a021-bb35-4d3d-8550-6038dbfbec1b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7cc4e44f-2673-4902-9d9e-48203dfe64e4}" ma:internalName="TaxCatchAll" ma:showField="CatchAllData" ma:web="46c0a021-bb35-4d3d-8550-6038dbfbec1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dbfb0cf-ada2-4966-9842-78e9c57467ee">
      <Terms xmlns="http://schemas.microsoft.com/office/infopath/2007/PartnerControls"/>
    </lcf76f155ced4ddcb4097134ff3c332f>
    <TaxCatchAll xmlns="46c0a021-bb35-4d3d-8550-6038dbfbec1b" xsi:nil="true"/>
  </documentManagement>
</p:properties>
</file>

<file path=customXml/itemProps1.xml><?xml version="1.0" encoding="utf-8"?>
<ds:datastoreItem xmlns:ds="http://schemas.openxmlformats.org/officeDocument/2006/customXml" ds:itemID="{7969BDF6-02FD-4DD4-80C5-AE01D9C0B19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FC9F469-61D4-42A4-9782-D2F9073712EC}">
  <ds:schemaRefs>
    <ds:schemaRef ds:uri="3dbfb0cf-ada2-4966-9842-78e9c57467ee"/>
    <ds:schemaRef ds:uri="46c0a021-bb35-4d3d-8550-6038dbfbec1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BC85B79-7FE2-47BF-A6DD-DC60314F399F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terms/"/>
    <ds:schemaRef ds:uri="46c0a021-bb35-4d3d-8550-6038dbfbec1b"/>
    <ds:schemaRef ds:uri="3dbfb0cf-ada2-4966-9842-78e9c57467ee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72fe835d-5e95-4512-8ae0-a7b38af25fc8}" enabled="0" method="" siteId="{72fe835d-5e95-4512-8ae0-a7b38af25f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3376</TotalTime>
  <Words>100</Words>
  <Application>Microsoft Office PowerPoint</Application>
  <PresentationFormat>ユーザー設定</PresentationFormat>
  <Paragraphs>49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1" baseType="lpstr">
      <vt:lpstr>Hiragino Sans W4</vt:lpstr>
      <vt:lpstr>Hiragino Sans W7</vt:lpstr>
      <vt:lpstr>MS PGothic</vt:lpstr>
      <vt:lpstr>Noto Sans Symbols</vt:lpstr>
      <vt:lpstr>Arial</vt:lpstr>
      <vt:lpstr>Calibri</vt:lpstr>
      <vt:lpstr>1_blank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5I24 野下 航輝【鈴鹿】</cp:lastModifiedBy>
  <cp:revision>11</cp:revision>
  <dcterms:created xsi:type="dcterms:W3CDTF">2016-11-01T00:16:05Z</dcterms:created>
  <dcterms:modified xsi:type="dcterms:W3CDTF">2026-01-19T07:27:08Z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0x0101004144450F3F33E8408330B89C726DDE2A</vt:lpwstr>
  </property>
  <property fmtid="{D5CDD505-2E9C-101B-9397-08002B2CF9AE}" pid="3" name="MediaServiceImageTags">
    <vt:lpwstr/>
  </property>
</Properties>
</file>